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6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8" r:id="rId2"/>
    <p:sldId id="267" r:id="rId3"/>
    <p:sldId id="260" r:id="rId4"/>
    <p:sldId id="263" r:id="rId5"/>
    <p:sldId id="262" r:id="rId6"/>
    <p:sldId id="265" r:id="rId7"/>
    <p:sldId id="273" r:id="rId8"/>
    <p:sldId id="272" r:id="rId9"/>
    <p:sldId id="266" r:id="rId10"/>
    <p:sldId id="270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C37A82-9A48-46ED-B9FA-4FD124876FD5}" v="197" dt="2026-04-04T04:38:07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ha p" userId="528fb522325d19a3" providerId="LiveId" clId="{8C150BB2-9218-488B-B012-E3F261622E26}"/>
    <pc:docChg chg="undo redo custSel addSld delSld modSld sldOrd modMainMaster">
      <pc:chgData name="Geetha p" userId="528fb522325d19a3" providerId="LiveId" clId="{8C150BB2-9218-488B-B012-E3F261622E26}" dt="2026-04-11T09:26:18.581" v="1391" actId="114"/>
      <pc:docMkLst>
        <pc:docMk/>
      </pc:docMkLst>
      <pc:sldChg chg="addSp delSp modSp mod modClrScheme chgLayout">
        <pc:chgData name="Geetha p" userId="528fb522325d19a3" providerId="LiveId" clId="{8C150BB2-9218-488B-B012-E3F261622E26}" dt="2026-04-11T09:26:18.581" v="1391" actId="114"/>
        <pc:sldMkLst>
          <pc:docMk/>
          <pc:sldMk cId="1337322656" sldId="260"/>
        </pc:sldMkLst>
        <pc:graphicFrameChg chg="mod">
          <ac:chgData name="Geetha p" userId="528fb522325d19a3" providerId="LiveId" clId="{8C150BB2-9218-488B-B012-E3F261622E26}" dt="2026-04-03T18:50:55.830" v="1244" actId="1076"/>
          <ac:graphicFrameMkLst>
            <pc:docMk/>
            <pc:sldMk cId="1337322656" sldId="260"/>
            <ac:graphicFrameMk id="2" creationId="{ED48B15B-35E5-C367-2518-F9575BE0E1AE}"/>
          </ac:graphicFrameMkLst>
        </pc:graphicFrameChg>
        <pc:graphicFrameChg chg="mod modGraphic">
          <ac:chgData name="Geetha p" userId="528fb522325d19a3" providerId="LiveId" clId="{8C150BB2-9218-488B-B012-E3F261622E26}" dt="2026-04-11T09:26:18.581" v="1391" actId="114"/>
          <ac:graphicFrameMkLst>
            <pc:docMk/>
            <pc:sldMk cId="1337322656" sldId="260"/>
            <ac:graphicFrameMk id="3" creationId="{0499D7F5-A437-B99B-43B6-7CD7E6D8F2DF}"/>
          </ac:graphicFrameMkLst>
        </pc:graphicFrameChg>
        <pc:graphicFrameChg chg="add mod ord modGraphic">
          <ac:chgData name="Geetha p" userId="528fb522325d19a3" providerId="LiveId" clId="{8C150BB2-9218-488B-B012-E3F261622E26}" dt="2026-04-03T18:50:41.344" v="1242" actId="1076"/>
          <ac:graphicFrameMkLst>
            <pc:docMk/>
            <pc:sldMk cId="1337322656" sldId="260"/>
            <ac:graphicFrameMk id="7" creationId="{8BD27EF8-435B-680E-5EAD-3F6CB74DCE26}"/>
          </ac:graphicFrameMkLst>
        </pc:graphicFrameChg>
      </pc:sldChg>
      <pc:sldChg chg="addSp delSp modSp new mod modClrScheme chgLayout">
        <pc:chgData name="Geetha p" userId="528fb522325d19a3" providerId="LiveId" clId="{8C150BB2-9218-488B-B012-E3F261622E26}" dt="2026-04-03T18:50:23.007" v="1241" actId="1076"/>
        <pc:sldMkLst>
          <pc:docMk/>
          <pc:sldMk cId="2766377507" sldId="262"/>
        </pc:sldMkLst>
        <pc:graphicFrameChg chg="add mod modGraphic">
          <ac:chgData name="Geetha p" userId="528fb522325d19a3" providerId="LiveId" clId="{8C150BB2-9218-488B-B012-E3F261622E26}" dt="2026-04-03T17:17:04.741" v="922" actId="1076"/>
          <ac:graphicFrameMkLst>
            <pc:docMk/>
            <pc:sldMk cId="2766377507" sldId="262"/>
            <ac:graphicFrameMk id="3" creationId="{826244C0-5864-B7B3-BA50-E47433AC13B1}"/>
          </ac:graphicFrameMkLst>
        </pc:graphicFrameChg>
        <pc:graphicFrameChg chg="add mod">
          <ac:chgData name="Geetha p" userId="528fb522325d19a3" providerId="LiveId" clId="{8C150BB2-9218-488B-B012-E3F261622E26}" dt="2026-04-03T18:50:23.007" v="1241" actId="1076"/>
          <ac:graphicFrameMkLst>
            <pc:docMk/>
            <pc:sldMk cId="2766377507" sldId="262"/>
            <ac:graphicFrameMk id="4" creationId="{2A464BC9-AC99-0745-19EC-C882413676D8}"/>
          </ac:graphicFrameMkLst>
        </pc:graphicFrameChg>
        <pc:graphicFrameChg chg="add mod modGraphic">
          <ac:chgData name="Geetha p" userId="528fb522325d19a3" providerId="LiveId" clId="{8C150BB2-9218-488B-B012-E3F261622E26}" dt="2026-04-03T13:15:32.972" v="185" actId="255"/>
          <ac:graphicFrameMkLst>
            <pc:docMk/>
            <pc:sldMk cId="2766377507" sldId="262"/>
            <ac:graphicFrameMk id="5" creationId="{5826B7FE-019A-2051-3C69-EDA84EC89BAB}"/>
          </ac:graphicFrameMkLst>
        </pc:graphicFrameChg>
      </pc:sldChg>
      <pc:sldChg chg="addSp delSp modSp new mod modClrScheme chgLayout">
        <pc:chgData name="Geetha p" userId="528fb522325d19a3" providerId="LiveId" clId="{8C150BB2-9218-488B-B012-E3F261622E26}" dt="2026-04-03T18:48:34.711" v="1239" actId="14100"/>
        <pc:sldMkLst>
          <pc:docMk/>
          <pc:sldMk cId="2735154959" sldId="263"/>
        </pc:sldMkLst>
        <pc:graphicFrameChg chg="add mod ord modGraphic">
          <ac:chgData name="Geetha p" userId="528fb522325d19a3" providerId="LiveId" clId="{8C150BB2-9218-488B-B012-E3F261622E26}" dt="2026-04-03T18:48:29.736" v="1238" actId="1076"/>
          <ac:graphicFrameMkLst>
            <pc:docMk/>
            <pc:sldMk cId="2735154959" sldId="263"/>
            <ac:graphicFrameMk id="5" creationId="{4AFE64A3-9B51-35FB-22CD-F8FC9179811E}"/>
          </ac:graphicFrameMkLst>
        </pc:graphicFrameChg>
        <pc:graphicFrameChg chg="add mod ord">
          <ac:chgData name="Geetha p" userId="528fb522325d19a3" providerId="LiveId" clId="{8C150BB2-9218-488B-B012-E3F261622E26}" dt="2026-04-03T18:48:34.711" v="1239" actId="14100"/>
          <ac:graphicFrameMkLst>
            <pc:docMk/>
            <pc:sldMk cId="2735154959" sldId="263"/>
            <ac:graphicFrameMk id="6" creationId="{F71287F4-1853-8449-9247-0A61E09F1629}"/>
          </ac:graphicFrameMkLst>
        </pc:graphicFrameChg>
        <pc:graphicFrameChg chg="add mod modGraphic">
          <ac:chgData name="Geetha p" userId="528fb522325d19a3" providerId="LiveId" clId="{8C150BB2-9218-488B-B012-E3F261622E26}" dt="2026-04-03T13:02:17.958" v="133" actId="14100"/>
          <ac:graphicFrameMkLst>
            <pc:docMk/>
            <pc:sldMk cId="2735154959" sldId="263"/>
            <ac:graphicFrameMk id="7" creationId="{C0CA346B-E55D-B4AC-FBFD-33EC322FC353}"/>
          </ac:graphicFrameMkLst>
        </pc:graphicFrameChg>
      </pc:sldChg>
      <pc:sldChg chg="addSp delSp modSp new mod modClrScheme chgLayout">
        <pc:chgData name="Geetha p" userId="528fb522325d19a3" providerId="LiveId" clId="{8C150BB2-9218-488B-B012-E3F261622E26}" dt="2026-04-03T17:21:08.668" v="947" actId="14100"/>
        <pc:sldMkLst>
          <pc:docMk/>
          <pc:sldMk cId="1573720425" sldId="264"/>
        </pc:sldMkLst>
        <pc:picChg chg="add mod">
          <ac:chgData name="Geetha p" userId="528fb522325d19a3" providerId="LiveId" clId="{8C150BB2-9218-488B-B012-E3F261622E26}" dt="2026-04-03T17:21:08.668" v="947" actId="14100"/>
          <ac:picMkLst>
            <pc:docMk/>
            <pc:sldMk cId="1573720425" sldId="264"/>
            <ac:picMk id="7" creationId="{F4563D7C-5F92-8E03-9DAF-33A67C4EA185}"/>
          </ac:picMkLst>
        </pc:picChg>
      </pc:sldChg>
      <pc:sldChg chg="addSp delSp modSp new mod">
        <pc:chgData name="Geetha p" userId="528fb522325d19a3" providerId="LiveId" clId="{8C150BB2-9218-488B-B012-E3F261622E26}" dt="2026-04-03T18:47:26.508" v="1237" actId="14100"/>
        <pc:sldMkLst>
          <pc:docMk/>
          <pc:sldMk cId="3672895303" sldId="265"/>
        </pc:sldMkLst>
        <pc:spChg chg="add mod">
          <ac:chgData name="Geetha p" userId="528fb522325d19a3" providerId="LiveId" clId="{8C150BB2-9218-488B-B012-E3F261622E26}" dt="2026-04-03T18:31:16.265" v="1154" actId="1076"/>
          <ac:spMkLst>
            <pc:docMk/>
            <pc:sldMk cId="3672895303" sldId="265"/>
            <ac:spMk id="7" creationId="{A0A241F5-A1EB-CDCF-6FA1-CCFCEAFF5D0E}"/>
          </ac:spMkLst>
        </pc:spChg>
        <pc:spChg chg="add mod">
          <ac:chgData name="Geetha p" userId="528fb522325d19a3" providerId="LiveId" clId="{8C150BB2-9218-488B-B012-E3F261622E26}" dt="2026-04-03T18:43:34.646" v="1211" actId="1076"/>
          <ac:spMkLst>
            <pc:docMk/>
            <pc:sldMk cId="3672895303" sldId="265"/>
            <ac:spMk id="8" creationId="{4F0B0728-9C57-48AA-55AD-E703A4D7B52F}"/>
          </ac:spMkLst>
        </pc:spChg>
        <pc:spChg chg="add mod">
          <ac:chgData name="Geetha p" userId="528fb522325d19a3" providerId="LiveId" clId="{8C150BB2-9218-488B-B012-E3F261622E26}" dt="2026-04-03T18:43:48.043" v="1213" actId="1076"/>
          <ac:spMkLst>
            <pc:docMk/>
            <pc:sldMk cId="3672895303" sldId="265"/>
            <ac:spMk id="9" creationId="{03718B00-3031-4370-9D9C-57F863E2441C}"/>
          </ac:spMkLst>
        </pc:spChg>
        <pc:spChg chg="add mod">
          <ac:chgData name="Geetha p" userId="528fb522325d19a3" providerId="LiveId" clId="{8C150BB2-9218-488B-B012-E3F261622E26}" dt="2026-04-03T18:43:53.871" v="1214" actId="1076"/>
          <ac:spMkLst>
            <pc:docMk/>
            <pc:sldMk cId="3672895303" sldId="265"/>
            <ac:spMk id="10" creationId="{C3F254D8-C6BF-AB26-D9AC-07A8CA049B70}"/>
          </ac:spMkLst>
        </pc:spChg>
        <pc:spChg chg="add mod">
          <ac:chgData name="Geetha p" userId="528fb522325d19a3" providerId="LiveId" clId="{8C150BB2-9218-488B-B012-E3F261622E26}" dt="2026-04-03T18:43:59.557" v="1215" actId="1076"/>
          <ac:spMkLst>
            <pc:docMk/>
            <pc:sldMk cId="3672895303" sldId="265"/>
            <ac:spMk id="11" creationId="{05AE2984-910F-4585-82E5-0663E29F639D}"/>
          </ac:spMkLst>
        </pc:spChg>
        <pc:spChg chg="add del mod">
          <ac:chgData name="Geetha p" userId="528fb522325d19a3" providerId="LiveId" clId="{8C150BB2-9218-488B-B012-E3F261622E26}" dt="2026-04-03T18:47:26.508" v="1237" actId="14100"/>
          <ac:spMkLst>
            <pc:docMk/>
            <pc:sldMk cId="3672895303" sldId="265"/>
            <ac:spMk id="12" creationId="{C3F254D8-C6BF-AB26-D9AC-07A8CA049B70}"/>
          </ac:spMkLst>
        </pc:spChg>
        <pc:spChg chg="add mod">
          <ac:chgData name="Geetha p" userId="528fb522325d19a3" providerId="LiveId" clId="{8C150BB2-9218-488B-B012-E3F261622E26}" dt="2026-04-03T18:47:20.606" v="1236" actId="1076"/>
          <ac:spMkLst>
            <pc:docMk/>
            <pc:sldMk cId="3672895303" sldId="265"/>
            <ac:spMk id="14" creationId="{05AE2984-910F-4585-82E5-0663E29F639D}"/>
          </ac:spMkLst>
        </pc:spChg>
        <pc:graphicFrameChg chg="add mod modGraphic">
          <ac:chgData name="Geetha p" userId="528fb522325d19a3" providerId="LiveId" clId="{8C150BB2-9218-488B-B012-E3F261622E26}" dt="2026-04-03T18:31:05.770" v="1152" actId="1076"/>
          <ac:graphicFrameMkLst>
            <pc:docMk/>
            <pc:sldMk cId="3672895303" sldId="265"/>
            <ac:graphicFrameMk id="2" creationId="{31B7A8EF-FF30-15EC-14B8-59415BB6C36F}"/>
          </ac:graphicFrameMkLst>
        </pc:graphicFrameChg>
      </pc:sldChg>
      <pc:sldChg chg="addSp delSp modSp new mod">
        <pc:chgData name="Geetha p" userId="528fb522325d19a3" providerId="LiveId" clId="{8C150BB2-9218-488B-B012-E3F261622E26}" dt="2026-04-03T16:43:50.609" v="666" actId="1076"/>
        <pc:sldMkLst>
          <pc:docMk/>
          <pc:sldMk cId="1558535595" sldId="266"/>
        </pc:sldMkLst>
        <pc:spChg chg="add mod">
          <ac:chgData name="Geetha p" userId="528fb522325d19a3" providerId="LiveId" clId="{8C150BB2-9218-488B-B012-E3F261622E26}" dt="2026-04-03T14:53:08.393" v="341" actId="1076"/>
          <ac:spMkLst>
            <pc:docMk/>
            <pc:sldMk cId="1558535595" sldId="266"/>
            <ac:spMk id="5" creationId="{6678A3F4-A3CD-1C58-BA07-F3DF663CC475}"/>
          </ac:spMkLst>
        </pc:spChg>
        <pc:graphicFrameChg chg="add mod">
          <ac:chgData name="Geetha p" userId="528fb522325d19a3" providerId="LiveId" clId="{8C150BB2-9218-488B-B012-E3F261622E26}" dt="2026-04-03T14:53:19.890" v="342" actId="1076"/>
          <ac:graphicFrameMkLst>
            <pc:docMk/>
            <pc:sldMk cId="1558535595" sldId="266"/>
            <ac:graphicFrameMk id="2" creationId="{F427487D-BC26-3050-2B54-2E03394B1546}"/>
          </ac:graphicFrameMkLst>
        </pc:graphicFrameChg>
        <pc:graphicFrameChg chg="add mod">
          <ac:chgData name="Geetha p" userId="528fb522325d19a3" providerId="LiveId" clId="{8C150BB2-9218-488B-B012-E3F261622E26}" dt="2026-04-03T14:52:02.664" v="311" actId="1076"/>
          <ac:graphicFrameMkLst>
            <pc:docMk/>
            <pc:sldMk cId="1558535595" sldId="266"/>
            <ac:graphicFrameMk id="4" creationId="{81B36334-B5D5-A6EC-40BE-58BE729E3F22}"/>
          </ac:graphicFrameMkLst>
        </pc:graphicFrameChg>
        <pc:graphicFrameChg chg="add mod modGraphic">
          <ac:chgData name="Geetha p" userId="528fb522325d19a3" providerId="LiveId" clId="{8C150BB2-9218-488B-B012-E3F261622E26}" dt="2026-04-03T16:43:39.501" v="665" actId="1076"/>
          <ac:graphicFrameMkLst>
            <pc:docMk/>
            <pc:sldMk cId="1558535595" sldId="266"/>
            <ac:graphicFrameMk id="15" creationId="{D5CD66E2-477A-D052-BCBF-B1DE24A304B4}"/>
          </ac:graphicFrameMkLst>
        </pc:graphicFrameChg>
        <pc:graphicFrameChg chg="add mod">
          <ac:chgData name="Geetha p" userId="528fb522325d19a3" providerId="LiveId" clId="{8C150BB2-9218-488B-B012-E3F261622E26}" dt="2026-04-03T16:43:50.609" v="666" actId="1076"/>
          <ac:graphicFrameMkLst>
            <pc:docMk/>
            <pc:sldMk cId="1558535595" sldId="266"/>
            <ac:graphicFrameMk id="16" creationId="{E4000390-5E20-B341-8CC3-84F2C0AFC930}"/>
          </ac:graphicFrameMkLst>
        </pc:graphicFrameChg>
      </pc:sldChg>
      <pc:sldChg chg="addSp modSp new mod ord">
        <pc:chgData name="Geetha p" userId="528fb522325d19a3" providerId="LiveId" clId="{8C150BB2-9218-488B-B012-E3F261622E26}" dt="2026-04-03T18:00:55.487" v="1149"/>
        <pc:sldMkLst>
          <pc:docMk/>
          <pc:sldMk cId="2489371029" sldId="267"/>
        </pc:sldMkLst>
        <pc:picChg chg="add mod">
          <ac:chgData name="Geetha p" userId="528fb522325d19a3" providerId="LiveId" clId="{8C150BB2-9218-488B-B012-E3F261622E26}" dt="2026-04-03T17:29:05.325" v="952" actId="14100"/>
          <ac:picMkLst>
            <pc:docMk/>
            <pc:sldMk cId="2489371029" sldId="267"/>
            <ac:picMk id="3" creationId="{FB0FE1CF-FC05-468F-5F42-2007A5D9C33A}"/>
          </ac:picMkLst>
        </pc:picChg>
      </pc:sldChg>
      <pc:sldChg chg="addSp delSp modSp new mod setBg">
        <pc:chgData name="Geetha p" userId="528fb522325d19a3" providerId="LiveId" clId="{8C150BB2-9218-488B-B012-E3F261622E26}" dt="2026-04-04T04:39:35.868" v="1390" actId="20577"/>
        <pc:sldMkLst>
          <pc:docMk/>
          <pc:sldMk cId="3654066767" sldId="268"/>
        </pc:sldMkLst>
        <pc:spChg chg="add mod">
          <ac:chgData name="Geetha p" userId="528fb522325d19a3" providerId="LiveId" clId="{8C150BB2-9218-488B-B012-E3F261622E26}" dt="2026-04-04T04:39:35.868" v="1390" actId="20577"/>
          <ac:spMkLst>
            <pc:docMk/>
            <pc:sldMk cId="3654066767" sldId="268"/>
            <ac:spMk id="2" creationId="{003195F8-9057-2BB1-5BE9-88DC3E826A12}"/>
          </ac:spMkLst>
        </pc:spChg>
        <pc:spChg chg="add mod">
          <ac:chgData name="Geetha p" userId="528fb522325d19a3" providerId="LiveId" clId="{8C150BB2-9218-488B-B012-E3F261622E26}" dt="2026-04-04T04:37:53.237" v="1378" actId="1076"/>
          <ac:spMkLst>
            <pc:docMk/>
            <pc:sldMk cId="3654066767" sldId="268"/>
            <ac:spMk id="17" creationId="{D6D5B7A7-B0E0-F72A-DA08-0FF86C5E30F8}"/>
          </ac:spMkLst>
        </pc:spChg>
      </pc:sldChg>
      <pc:sldChg chg="addSp delSp modSp new mod">
        <pc:chgData name="Geetha p" userId="528fb522325d19a3" providerId="LiveId" clId="{8C150BB2-9218-488B-B012-E3F261622E26}" dt="2026-04-03T18:36:56.411" v="1183" actId="1076"/>
        <pc:sldMkLst>
          <pc:docMk/>
          <pc:sldMk cId="925896020" sldId="270"/>
        </pc:sldMkLst>
        <pc:spChg chg="add mod">
          <ac:chgData name="Geetha p" userId="528fb522325d19a3" providerId="LiveId" clId="{8C150BB2-9218-488B-B012-E3F261622E26}" dt="2026-04-03T17:45:08.290" v="1021" actId="1076"/>
          <ac:spMkLst>
            <pc:docMk/>
            <pc:sldMk cId="925896020" sldId="270"/>
            <ac:spMk id="7" creationId="{CA998AB3-6BEF-8F1B-9615-A01C141D6B44}"/>
          </ac:spMkLst>
        </pc:spChg>
        <pc:spChg chg="add mod">
          <ac:chgData name="Geetha p" userId="528fb522325d19a3" providerId="LiveId" clId="{8C150BB2-9218-488B-B012-E3F261622E26}" dt="2026-04-03T17:48:35.709" v="1051" actId="122"/>
          <ac:spMkLst>
            <pc:docMk/>
            <pc:sldMk cId="925896020" sldId="270"/>
            <ac:spMk id="12" creationId="{5E704386-CF68-77A2-5956-FE683BB3D159}"/>
          </ac:spMkLst>
        </pc:spChg>
        <pc:spChg chg="add mod">
          <ac:chgData name="Geetha p" userId="528fb522325d19a3" providerId="LiveId" clId="{8C150BB2-9218-488B-B012-E3F261622E26}" dt="2026-04-03T17:48:30.083" v="1050" actId="255"/>
          <ac:spMkLst>
            <pc:docMk/>
            <pc:sldMk cId="925896020" sldId="270"/>
            <ac:spMk id="14" creationId="{403C07AA-1CCC-30E0-8216-FF075C5B2BA9}"/>
          </ac:spMkLst>
        </pc:spChg>
        <pc:spChg chg="add mod">
          <ac:chgData name="Geetha p" userId="528fb522325d19a3" providerId="LiveId" clId="{8C150BB2-9218-488B-B012-E3F261622E26}" dt="2026-04-03T17:49:27.566" v="1058" actId="255"/>
          <ac:spMkLst>
            <pc:docMk/>
            <pc:sldMk cId="925896020" sldId="270"/>
            <ac:spMk id="15" creationId="{97B6A99E-0519-4E90-FCDB-AD3E644F788A}"/>
          </ac:spMkLst>
        </pc:spChg>
        <pc:spChg chg="add mod">
          <ac:chgData name="Geetha p" userId="528fb522325d19a3" providerId="LiveId" clId="{8C150BB2-9218-488B-B012-E3F261622E26}" dt="2026-04-03T17:51:28.006" v="1071" actId="1076"/>
          <ac:spMkLst>
            <pc:docMk/>
            <pc:sldMk cId="925896020" sldId="270"/>
            <ac:spMk id="19" creationId="{2883289C-0179-FEC3-F691-70248A759E25}"/>
          </ac:spMkLst>
        </pc:spChg>
        <pc:spChg chg="add mod">
          <ac:chgData name="Geetha p" userId="528fb522325d19a3" providerId="LiveId" clId="{8C150BB2-9218-488B-B012-E3F261622E26}" dt="2026-04-03T17:53:03.791" v="1089" actId="255"/>
          <ac:spMkLst>
            <pc:docMk/>
            <pc:sldMk cId="925896020" sldId="270"/>
            <ac:spMk id="20" creationId="{EE32F5B9-F49D-7A51-05C2-28CAEC1A3E30}"/>
          </ac:spMkLst>
        </pc:spChg>
        <pc:spChg chg="add mod">
          <ac:chgData name="Geetha p" userId="528fb522325d19a3" providerId="LiveId" clId="{8C150BB2-9218-488B-B012-E3F261622E26}" dt="2026-04-03T17:54:45.080" v="1095" actId="255"/>
          <ac:spMkLst>
            <pc:docMk/>
            <pc:sldMk cId="925896020" sldId="270"/>
            <ac:spMk id="23" creationId="{681B5A44-0EC0-31BA-C5C7-5864AAC7F9A4}"/>
          </ac:spMkLst>
        </pc:spChg>
        <pc:spChg chg="add mod">
          <ac:chgData name="Geetha p" userId="528fb522325d19a3" providerId="LiveId" clId="{8C150BB2-9218-488B-B012-E3F261622E26}" dt="2026-04-03T17:58:10.744" v="1119" actId="1076"/>
          <ac:spMkLst>
            <pc:docMk/>
            <pc:sldMk cId="925896020" sldId="270"/>
            <ac:spMk id="28" creationId="{2C154545-D908-5B7A-08B4-1FB2021F0A2F}"/>
          </ac:spMkLst>
        </pc:spChg>
        <pc:spChg chg="add mod">
          <ac:chgData name="Geetha p" userId="528fb522325d19a3" providerId="LiveId" clId="{8C150BB2-9218-488B-B012-E3F261622E26}" dt="2026-04-03T17:59:52.152" v="1144" actId="207"/>
          <ac:spMkLst>
            <pc:docMk/>
            <pc:sldMk cId="925896020" sldId="270"/>
            <ac:spMk id="30" creationId="{59FA4F30-8D54-3605-79DA-9F61ED7F8FDC}"/>
          </ac:spMkLst>
        </pc:spChg>
        <pc:spChg chg="add mod">
          <ac:chgData name="Geetha p" userId="528fb522325d19a3" providerId="LiveId" clId="{8C150BB2-9218-488B-B012-E3F261622E26}" dt="2026-04-03T18:36:39.557" v="1182" actId="1076"/>
          <ac:spMkLst>
            <pc:docMk/>
            <pc:sldMk cId="925896020" sldId="270"/>
            <ac:spMk id="33" creationId="{5FFC8CEE-1011-4FEB-921A-E31A4319B6B6}"/>
          </ac:spMkLst>
        </pc:spChg>
        <pc:spChg chg="add mod">
          <ac:chgData name="Geetha p" userId="528fb522325d19a3" providerId="LiveId" clId="{8C150BB2-9218-488B-B012-E3F261622E26}" dt="2026-04-03T18:36:56.411" v="1183" actId="1076"/>
          <ac:spMkLst>
            <pc:docMk/>
            <pc:sldMk cId="925896020" sldId="270"/>
            <ac:spMk id="36" creationId="{292BD690-F41D-4B8E-7750-F52E1D88924D}"/>
          </ac:spMkLst>
        </pc:spChg>
        <pc:picChg chg="add mod">
          <ac:chgData name="Geetha p" userId="528fb522325d19a3" providerId="LiveId" clId="{8C150BB2-9218-488B-B012-E3F261622E26}" dt="2026-04-03T17:44:36.312" v="1016" actId="1076"/>
          <ac:picMkLst>
            <pc:docMk/>
            <pc:sldMk cId="925896020" sldId="270"/>
            <ac:picMk id="3" creationId="{CBB9C96E-C990-E155-37BA-D57FBED94B39}"/>
          </ac:picMkLst>
        </pc:picChg>
        <pc:picChg chg="add mod">
          <ac:chgData name="Geetha p" userId="528fb522325d19a3" providerId="LiveId" clId="{8C150BB2-9218-488B-B012-E3F261622E26}" dt="2026-04-03T17:44:59.013" v="1020" actId="14100"/>
          <ac:picMkLst>
            <pc:docMk/>
            <pc:sldMk cId="925896020" sldId="270"/>
            <ac:picMk id="5" creationId="{4C3F7962-5F89-3F4B-A7B7-3CA50CFD8AA0}"/>
          </ac:picMkLst>
        </pc:picChg>
        <pc:picChg chg="add mod">
          <ac:chgData name="Geetha p" userId="528fb522325d19a3" providerId="LiveId" clId="{8C150BB2-9218-488B-B012-E3F261622E26}" dt="2026-04-03T17:47:23.750" v="1040" actId="14100"/>
          <ac:picMkLst>
            <pc:docMk/>
            <pc:sldMk cId="925896020" sldId="270"/>
            <ac:picMk id="8" creationId="{2019455C-CFED-B8F1-C90F-85D564E6C509}"/>
          </ac:picMkLst>
        </pc:picChg>
        <pc:picChg chg="add mod">
          <ac:chgData name="Geetha p" userId="528fb522325d19a3" providerId="LiveId" clId="{8C150BB2-9218-488B-B012-E3F261622E26}" dt="2026-04-03T17:45:58.831" v="1029" actId="1076"/>
          <ac:picMkLst>
            <pc:docMk/>
            <pc:sldMk cId="925896020" sldId="270"/>
            <ac:picMk id="9" creationId="{17D33E71-E3B8-3D5C-9D28-57375C170A78}"/>
          </ac:picMkLst>
        </pc:picChg>
        <pc:picChg chg="add mod">
          <ac:chgData name="Geetha p" userId="528fb522325d19a3" providerId="LiveId" clId="{8C150BB2-9218-488B-B012-E3F261622E26}" dt="2026-04-03T18:34:02.610" v="1163" actId="1076"/>
          <ac:picMkLst>
            <pc:docMk/>
            <pc:sldMk cId="925896020" sldId="270"/>
            <ac:picMk id="10" creationId="{5F75177C-B008-58BF-4AE3-083D3F115674}"/>
          </ac:picMkLst>
        </pc:picChg>
        <pc:picChg chg="add mod">
          <ac:chgData name="Geetha p" userId="528fb522325d19a3" providerId="LiveId" clId="{8C150BB2-9218-488B-B012-E3F261622E26}" dt="2026-04-03T17:45:55.575" v="1028" actId="1076"/>
          <ac:picMkLst>
            <pc:docMk/>
            <pc:sldMk cId="925896020" sldId="270"/>
            <ac:picMk id="11" creationId="{0D4BEEBB-F39D-07F2-C43E-B4F1D356FBBA}"/>
          </ac:picMkLst>
        </pc:picChg>
        <pc:picChg chg="add mod">
          <ac:chgData name="Geetha p" userId="528fb522325d19a3" providerId="LiveId" clId="{8C150BB2-9218-488B-B012-E3F261622E26}" dt="2026-04-03T17:58:20.973" v="1122" actId="14100"/>
          <ac:picMkLst>
            <pc:docMk/>
            <pc:sldMk cId="925896020" sldId="270"/>
            <ac:picMk id="29" creationId="{FB706908-2EF6-DE7F-211D-2D85982102A8}"/>
          </ac:picMkLst>
        </pc:picChg>
      </pc:sldChg>
      <pc:sldChg chg="addSp modSp new mod">
        <pc:chgData name="Geetha p" userId="528fb522325d19a3" providerId="LiveId" clId="{8C150BB2-9218-488B-B012-E3F261622E26}" dt="2026-04-03T19:10:31.263" v="1347" actId="1076"/>
        <pc:sldMkLst>
          <pc:docMk/>
          <pc:sldMk cId="1959706514" sldId="272"/>
        </pc:sldMkLst>
        <pc:spChg chg="add mod">
          <ac:chgData name="Geetha p" userId="528fb522325d19a3" providerId="LiveId" clId="{8C150BB2-9218-488B-B012-E3F261622E26}" dt="2026-04-03T19:08:32.617" v="1316" actId="1076"/>
          <ac:spMkLst>
            <pc:docMk/>
            <pc:sldMk cId="1959706514" sldId="272"/>
            <ac:spMk id="3" creationId="{A3EB394A-ED0E-167A-1854-13AC2E921659}"/>
          </ac:spMkLst>
        </pc:spChg>
        <pc:spChg chg="add mod">
          <ac:chgData name="Geetha p" userId="528fb522325d19a3" providerId="LiveId" clId="{8C150BB2-9218-488B-B012-E3F261622E26}" dt="2026-04-03T19:08:38.275" v="1317" actId="1076"/>
          <ac:spMkLst>
            <pc:docMk/>
            <pc:sldMk cId="1959706514" sldId="272"/>
            <ac:spMk id="5" creationId="{4B353222-6DF0-4F43-5F37-9294426C3B78}"/>
          </ac:spMkLst>
        </pc:spChg>
        <pc:spChg chg="add mod">
          <ac:chgData name="Geetha p" userId="528fb522325d19a3" providerId="LiveId" clId="{8C150BB2-9218-488B-B012-E3F261622E26}" dt="2026-04-03T19:10:31.263" v="1347" actId="1076"/>
          <ac:spMkLst>
            <pc:docMk/>
            <pc:sldMk cId="1959706514" sldId="272"/>
            <ac:spMk id="9" creationId="{E26ADB41-43C1-F35C-DA86-5AF2AB8F6640}"/>
          </ac:spMkLst>
        </pc:spChg>
        <pc:graphicFrameChg chg="add mod">
          <ac:chgData name="Geetha p" userId="528fb522325d19a3" providerId="LiveId" clId="{8C150BB2-9218-488B-B012-E3F261622E26}" dt="2026-04-03T19:08:25.106" v="1315" actId="1076"/>
          <ac:graphicFrameMkLst>
            <pc:docMk/>
            <pc:sldMk cId="1959706514" sldId="272"/>
            <ac:graphicFrameMk id="6" creationId="{D4542977-5047-4087-2697-235530771A2D}"/>
          </ac:graphicFrameMkLst>
        </pc:graphicFrameChg>
        <pc:graphicFrameChg chg="add mod modGraphic">
          <ac:chgData name="Geetha p" userId="528fb522325d19a3" providerId="LiveId" clId="{8C150BB2-9218-488B-B012-E3F261622E26}" dt="2026-04-03T19:08:20.142" v="1314" actId="1076"/>
          <ac:graphicFrameMkLst>
            <pc:docMk/>
            <pc:sldMk cId="1959706514" sldId="272"/>
            <ac:graphicFrameMk id="7" creationId="{BDF9299A-22DE-3C05-72B8-954C3DB7314E}"/>
          </ac:graphicFrameMkLst>
        </pc:graphicFrameChg>
      </pc:sldChg>
      <pc:sldChg chg="addSp modSp new mod">
        <pc:chgData name="Geetha p" userId="528fb522325d19a3" providerId="LiveId" clId="{8C150BB2-9218-488B-B012-E3F261622E26}" dt="2026-04-04T04:36:30.346" v="1376" actId="1076"/>
        <pc:sldMkLst>
          <pc:docMk/>
          <pc:sldMk cId="1479994613" sldId="273"/>
        </pc:sldMkLst>
        <pc:spChg chg="add mod">
          <ac:chgData name="Geetha p" userId="528fb522325d19a3" providerId="LiveId" clId="{8C150BB2-9218-488B-B012-E3F261622E26}" dt="2026-04-04T04:34:02.852" v="1362" actId="1076"/>
          <ac:spMkLst>
            <pc:docMk/>
            <pc:sldMk cId="1479994613" sldId="273"/>
            <ac:spMk id="5" creationId="{8531AB90-9969-8139-36E5-F8DE3BCC64ED}"/>
          </ac:spMkLst>
        </pc:spChg>
        <pc:spChg chg="add mod">
          <ac:chgData name="Geetha p" userId="528fb522325d19a3" providerId="LiveId" clId="{8C150BB2-9218-488B-B012-E3F261622E26}" dt="2026-04-04T04:36:30.346" v="1376" actId="1076"/>
          <ac:spMkLst>
            <pc:docMk/>
            <pc:sldMk cId="1479994613" sldId="273"/>
            <ac:spMk id="9" creationId="{829360DA-6053-608D-4851-226A227F1F02}"/>
          </ac:spMkLst>
        </pc:spChg>
        <pc:graphicFrameChg chg="add mod">
          <ac:chgData name="Geetha p" userId="528fb522325d19a3" providerId="LiveId" clId="{8C150BB2-9218-488B-B012-E3F261622E26}" dt="2026-04-04T04:33:09.620" v="1355" actId="1076"/>
          <ac:graphicFrameMkLst>
            <pc:docMk/>
            <pc:sldMk cId="1479994613" sldId="273"/>
            <ac:graphicFrameMk id="2" creationId="{9F57D302-2BF5-EBEF-ECE0-0DC08D03F7DF}"/>
          </ac:graphicFrameMkLst>
        </pc:graphicFrameChg>
        <pc:graphicFrameChg chg="add mod">
          <ac:chgData name="Geetha p" userId="528fb522325d19a3" providerId="LiveId" clId="{8C150BB2-9218-488B-B012-E3F261622E26}" dt="2026-04-04T04:32:55.743" v="1354" actId="1076"/>
          <ac:graphicFrameMkLst>
            <pc:docMk/>
            <pc:sldMk cId="1479994613" sldId="273"/>
            <ac:graphicFrameMk id="3" creationId="{5D927DA0-DCAA-584F-1926-7978A3D50EF8}"/>
          </ac:graphicFrameMkLst>
        </pc:graphicFrameChg>
        <pc:graphicFrameChg chg="add mod modGraphic">
          <ac:chgData name="Geetha p" userId="528fb522325d19a3" providerId="LiveId" clId="{8C150BB2-9218-488B-B012-E3F261622E26}" dt="2026-04-04T04:35:36.058" v="1367" actId="14734"/>
          <ac:graphicFrameMkLst>
            <pc:docMk/>
            <pc:sldMk cId="1479994613" sldId="273"/>
            <ac:graphicFrameMk id="6" creationId="{93D1268B-F6D6-BF7C-594D-0AE3172F2A7A}"/>
          </ac:graphicFrameMkLst>
        </pc:graphicFrameChg>
        <pc:graphicFrameChg chg="add mod">
          <ac:chgData name="Geetha p" userId="528fb522325d19a3" providerId="LiveId" clId="{8C150BB2-9218-488B-B012-E3F261622E26}" dt="2026-04-04T04:35:55.821" v="1370" actId="1076"/>
          <ac:graphicFrameMkLst>
            <pc:docMk/>
            <pc:sldMk cId="1479994613" sldId="273"/>
            <ac:graphicFrameMk id="7" creationId="{7D9B07DF-A68B-929E-193A-682E59B7DC91}"/>
          </ac:graphicFrameMkLst>
        </pc:graphicFrameChg>
      </pc:sldChg>
      <pc:sldMasterChg chg="setBg modSldLayout">
        <pc:chgData name="Geetha p" userId="528fb522325d19a3" providerId="LiveId" clId="{8C150BB2-9218-488B-B012-E3F261622E26}" dt="2026-04-03T16:50:42.186" v="691"/>
        <pc:sldMasterMkLst>
          <pc:docMk/>
          <pc:sldMasterMk cId="2914509891" sldId="2147483660"/>
        </pc:sldMasterMkLst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86082626" sldId="2147483661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2090133711" sldId="2147483662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3016083760" sldId="2147483663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3026839505" sldId="2147483664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1826653339" sldId="2147483665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1493128314" sldId="2147483666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2376915594" sldId="2147483667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1872805" sldId="2147483668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2101781825" sldId="2147483669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4192564702" sldId="2147483670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3896055160" sldId="2147483671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1561036462" sldId="2147483672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675257537" sldId="2147483673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2760055942" sldId="2147483674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2413140751" sldId="2147483675"/>
          </pc:sldLayoutMkLst>
        </pc:sldLayoutChg>
        <pc:sldLayoutChg chg="setBg">
          <pc:chgData name="Geetha p" userId="528fb522325d19a3" providerId="LiveId" clId="{8C150BB2-9218-488B-B012-E3F261622E26}" dt="2026-04-03T16:50:42.186" v="691"/>
          <pc:sldLayoutMkLst>
            <pc:docMk/>
            <pc:sldMasterMk cId="2914509891" sldId="2147483660"/>
            <pc:sldLayoutMk cId="1791280353" sldId="2147483676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[Chart in Microsoft PowerPoint]PDT Level Insights!PivotTable8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982163835688659"/>
          <c:y val="8.7137057086614178E-2"/>
          <c:w val="0.67201361190386133"/>
          <c:h val="0.754457869105647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'PDT Level Insights'!$B$3</c:f>
              <c:strCache>
                <c:ptCount val="1"/>
                <c:pt idx="0">
                  <c:v>Sum of Profit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'PDT Level Insights'!$A$4:$A$15</c:f>
              <c:strCache>
                <c:ptCount val="11"/>
                <c:pt idx="0">
                  <c:v>Britannia</c:v>
                </c:pt>
                <c:pt idx="1">
                  <c:v>Good Day</c:v>
                </c:pt>
                <c:pt idx="2">
                  <c:v>Little Hearts</c:v>
                </c:pt>
                <c:pt idx="3">
                  <c:v>Malkist</c:v>
                </c:pt>
                <c:pt idx="4">
                  <c:v>Marie Gold</c:v>
                </c:pt>
                <c:pt idx="5">
                  <c:v>Oreo</c:v>
                </c:pt>
                <c:pt idx="6">
                  <c:v>Parle</c:v>
                </c:pt>
                <c:pt idx="7">
                  <c:v>Sunfeast</c:v>
                </c:pt>
                <c:pt idx="8">
                  <c:v>Tiger</c:v>
                </c:pt>
                <c:pt idx="9">
                  <c:v>Unibic</c:v>
                </c:pt>
                <c:pt idx="10">
                  <c:v>(blank)</c:v>
                </c:pt>
              </c:strCache>
            </c:strRef>
          </c:cat>
          <c:val>
            <c:numRef>
              <c:f>'PDT Level Insights'!$B$4:$B$15</c:f>
              <c:numCache>
                <c:formatCode>@</c:formatCode>
                <c:ptCount val="11"/>
                <c:pt idx="0">
                  <c:v>1193240</c:v>
                </c:pt>
                <c:pt idx="1">
                  <c:v>312371</c:v>
                </c:pt>
                <c:pt idx="2">
                  <c:v>5789610</c:v>
                </c:pt>
                <c:pt idx="3">
                  <c:v>1163240</c:v>
                </c:pt>
                <c:pt idx="4">
                  <c:v>589032</c:v>
                </c:pt>
                <c:pt idx="5">
                  <c:v>4491830</c:v>
                </c:pt>
                <c:pt idx="6">
                  <c:v>633780</c:v>
                </c:pt>
                <c:pt idx="7">
                  <c:v>594326</c:v>
                </c:pt>
                <c:pt idx="8">
                  <c:v>1148924</c:v>
                </c:pt>
                <c:pt idx="9">
                  <c:v>10868480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FA-4FB3-B68A-010BEA088DD2}"/>
            </c:ext>
          </c:extLst>
        </c:ser>
        <c:ser>
          <c:idx val="1"/>
          <c:order val="1"/>
          <c:tx>
            <c:strRef>
              <c:f>'PDT Level Insights'!$C$3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'PDT Level Insights'!$A$4:$A$15</c:f>
              <c:strCache>
                <c:ptCount val="11"/>
                <c:pt idx="0">
                  <c:v>Britannia</c:v>
                </c:pt>
                <c:pt idx="1">
                  <c:v>Good Day</c:v>
                </c:pt>
                <c:pt idx="2">
                  <c:v>Little Hearts</c:v>
                </c:pt>
                <c:pt idx="3">
                  <c:v>Malkist</c:v>
                </c:pt>
                <c:pt idx="4">
                  <c:v>Marie Gold</c:v>
                </c:pt>
                <c:pt idx="5">
                  <c:v>Oreo</c:v>
                </c:pt>
                <c:pt idx="6">
                  <c:v>Parle</c:v>
                </c:pt>
                <c:pt idx="7">
                  <c:v>Sunfeast</c:v>
                </c:pt>
                <c:pt idx="8">
                  <c:v>Tiger</c:v>
                </c:pt>
                <c:pt idx="9">
                  <c:v>Unibic</c:v>
                </c:pt>
                <c:pt idx="10">
                  <c:v>(blank)</c:v>
                </c:pt>
              </c:strCache>
            </c:strRef>
          </c:cat>
          <c:val>
            <c:numRef>
              <c:f>'PDT Level Insights'!$C$4:$C$15</c:f>
              <c:numCache>
                <c:formatCode>@</c:formatCode>
                <c:ptCount val="11"/>
                <c:pt idx="0">
                  <c:v>6562820</c:v>
                </c:pt>
                <c:pt idx="1">
                  <c:v>3436081</c:v>
                </c:pt>
                <c:pt idx="2">
                  <c:v>11579220</c:v>
                </c:pt>
                <c:pt idx="3">
                  <c:v>4071340</c:v>
                </c:pt>
                <c:pt idx="4">
                  <c:v>2650644</c:v>
                </c:pt>
                <c:pt idx="5">
                  <c:v>8983660</c:v>
                </c:pt>
                <c:pt idx="6">
                  <c:v>2218230</c:v>
                </c:pt>
                <c:pt idx="7">
                  <c:v>1485815</c:v>
                </c:pt>
                <c:pt idx="8">
                  <c:v>6606313</c:v>
                </c:pt>
                <c:pt idx="9">
                  <c:v>13973760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FA-4FB3-B68A-010BEA088DD2}"/>
            </c:ext>
          </c:extLst>
        </c:ser>
        <c:ser>
          <c:idx val="2"/>
          <c:order val="2"/>
          <c:tx>
            <c:strRef>
              <c:f>'PDT Level Insights'!$D$3</c:f>
              <c:strCache>
                <c:ptCount val="1"/>
                <c:pt idx="0">
                  <c:v>Sum of Profit Margin%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'PDT Level Insights'!$A$4:$A$15</c:f>
              <c:strCache>
                <c:ptCount val="11"/>
                <c:pt idx="0">
                  <c:v>Britannia</c:v>
                </c:pt>
                <c:pt idx="1">
                  <c:v>Good Day</c:v>
                </c:pt>
                <c:pt idx="2">
                  <c:v>Little Hearts</c:v>
                </c:pt>
                <c:pt idx="3">
                  <c:v>Malkist</c:v>
                </c:pt>
                <c:pt idx="4">
                  <c:v>Marie Gold</c:v>
                </c:pt>
                <c:pt idx="5">
                  <c:v>Oreo</c:v>
                </c:pt>
                <c:pt idx="6">
                  <c:v>Parle</c:v>
                </c:pt>
                <c:pt idx="7">
                  <c:v>Sunfeast</c:v>
                </c:pt>
                <c:pt idx="8">
                  <c:v>Tiger</c:v>
                </c:pt>
                <c:pt idx="9">
                  <c:v>Unibic</c:v>
                </c:pt>
                <c:pt idx="10">
                  <c:v>(blank)</c:v>
                </c:pt>
              </c:strCache>
            </c:strRef>
          </c:cat>
          <c:val>
            <c:numRef>
              <c:f>'PDT Level Insights'!$D$4:$D$15</c:f>
              <c:numCache>
                <c:formatCode>0.00%</c:formatCode>
                <c:ptCount val="11"/>
                <c:pt idx="0">
                  <c:v>0.18181818181818182</c:v>
                </c:pt>
                <c:pt idx="1">
                  <c:v>9.0909090909090912E-2</c:v>
                </c:pt>
                <c:pt idx="2">
                  <c:v>0.5</c:v>
                </c:pt>
                <c:pt idx="3">
                  <c:v>0.2857142857142857</c:v>
                </c:pt>
                <c:pt idx="4">
                  <c:v>0.22222222222222221</c:v>
                </c:pt>
                <c:pt idx="5">
                  <c:v>0.5</c:v>
                </c:pt>
                <c:pt idx="6">
                  <c:v>0.2857142857142857</c:v>
                </c:pt>
                <c:pt idx="7">
                  <c:v>0.4</c:v>
                </c:pt>
                <c:pt idx="8">
                  <c:v>0.17391304347826086</c:v>
                </c:pt>
                <c:pt idx="9">
                  <c:v>0.77777777777777779</c:v>
                </c:pt>
                <c:pt idx="10">
                  <c:v>#N/A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FA-4FB3-B68A-010BEA088D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6140719"/>
        <c:axId val="986141199"/>
      </c:barChart>
      <c:catAx>
        <c:axId val="98614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141199"/>
        <c:crosses val="autoZero"/>
        <c:auto val="1"/>
        <c:lblAlgn val="ctr"/>
        <c:lblOffset val="100"/>
        <c:noMultiLvlLbl val="0"/>
      </c:catAx>
      <c:valAx>
        <c:axId val="986141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@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140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599554149617763"/>
          <c:y val="0.89434450576490454"/>
          <c:w val="0.26400445850382237"/>
          <c:h val="0.105497066772903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[Sales Data of Biscuit Brand very new.xlsx]Revenue by gender!PivotTable2</c:name>
    <c:fmtId val="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'Revenue by gender'!$B$3</c:f>
              <c:strCache>
                <c:ptCount val="1"/>
                <c:pt idx="0">
                  <c:v>Sum of Total 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FFB-43D1-B5E6-FF9DE6258E7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FFB-43D1-B5E6-FF9DE6258E7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FFB-43D1-B5E6-FF9DE6258E7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FFB-43D1-B5E6-FF9DE6258E7A}"/>
              </c:ext>
            </c:extLst>
          </c:dPt>
          <c:cat>
            <c:strRef>
              <c:f>'Revenue by gender'!$A$4:$A$8</c:f>
              <c:strCache>
                <c:ptCount val="4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  <c:pt idx="3">
                  <c:v>(blank)</c:v>
                </c:pt>
              </c:strCache>
            </c:strRef>
          </c:cat>
          <c:val>
            <c:numRef>
              <c:f>'Revenue by gender'!$B$4:$B$8</c:f>
              <c:numCache>
                <c:formatCode>@</c:formatCode>
                <c:ptCount val="4"/>
                <c:pt idx="0">
                  <c:v>5844566</c:v>
                </c:pt>
                <c:pt idx="1">
                  <c:v>51966838</c:v>
                </c:pt>
                <c:pt idx="2">
                  <c:v>3756479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FB-43D1-B5E6-FF9DE6258E7A}"/>
            </c:ext>
          </c:extLst>
        </c:ser>
        <c:ser>
          <c:idx val="1"/>
          <c:order val="1"/>
          <c:tx>
            <c:strRef>
              <c:f>'Revenue by gender'!$C$3</c:f>
              <c:strCache>
                <c:ptCount val="1"/>
                <c:pt idx="0">
                  <c:v>Count of Quantity Purchased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EFFB-43D1-B5E6-FF9DE6258E7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EFFB-43D1-B5E6-FF9DE6258E7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EFFB-43D1-B5E6-FF9DE6258E7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EFFB-43D1-B5E6-FF9DE6258E7A}"/>
              </c:ext>
            </c:extLst>
          </c:dPt>
          <c:cat>
            <c:strRef>
              <c:f>'Revenue by gender'!$A$4:$A$8</c:f>
              <c:strCache>
                <c:ptCount val="4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  <c:pt idx="3">
                  <c:v>(blank)</c:v>
                </c:pt>
              </c:strCache>
            </c:strRef>
          </c:cat>
          <c:val>
            <c:numRef>
              <c:f>'Revenue by gender'!$C$4:$C$8</c:f>
              <c:numCache>
                <c:formatCode>General</c:formatCode>
                <c:ptCount val="4"/>
                <c:pt idx="0">
                  <c:v>1131</c:v>
                </c:pt>
                <c:pt idx="1">
                  <c:v>10138</c:v>
                </c:pt>
                <c:pt idx="2">
                  <c:v>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EFFB-43D1-B5E6-FF9DE6258E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[Sales Data of Biscuit Brand very new.xlsx]Revenue by age!PivotTable3</c:name>
    <c:fmtId val="8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979293389513255"/>
          <c:y val="3.5817116199315852E-2"/>
          <c:w val="0.55316339815831628"/>
          <c:h val="0.909134731365120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'Revenue by age'!$B$3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'Revenue by age'!$A$4:$A$12</c:f>
              <c:strCache>
                <c:ptCount val="8"/>
                <c:pt idx="0">
                  <c:v>19-28</c:v>
                </c:pt>
                <c:pt idx="1">
                  <c:v>29-38</c:v>
                </c:pt>
                <c:pt idx="2">
                  <c:v>39-48</c:v>
                </c:pt>
                <c:pt idx="3">
                  <c:v>49-58</c:v>
                </c:pt>
                <c:pt idx="4">
                  <c:v>59-68</c:v>
                </c:pt>
                <c:pt idx="5">
                  <c:v>69-78</c:v>
                </c:pt>
                <c:pt idx="6">
                  <c:v>79-88</c:v>
                </c:pt>
                <c:pt idx="7">
                  <c:v>119-128</c:v>
                </c:pt>
              </c:strCache>
            </c:strRef>
          </c:cat>
          <c:val>
            <c:numRef>
              <c:f>'Revenue by age'!$B$4:$B$12</c:f>
              <c:numCache>
                <c:formatCode>@</c:formatCode>
                <c:ptCount val="8"/>
                <c:pt idx="0">
                  <c:v>9137780</c:v>
                </c:pt>
                <c:pt idx="1">
                  <c:v>10001885</c:v>
                </c:pt>
                <c:pt idx="2">
                  <c:v>9714535</c:v>
                </c:pt>
                <c:pt idx="3">
                  <c:v>9374846</c:v>
                </c:pt>
                <c:pt idx="4">
                  <c:v>9706694</c:v>
                </c:pt>
                <c:pt idx="5">
                  <c:v>9995037</c:v>
                </c:pt>
                <c:pt idx="6">
                  <c:v>3637106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7C-482A-832C-9E880081A0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57585840"/>
        <c:axId val="1357586800"/>
      </c:barChart>
      <c:lineChart>
        <c:grouping val="standard"/>
        <c:varyColors val="0"/>
        <c:ser>
          <c:idx val="1"/>
          <c:order val="1"/>
          <c:tx>
            <c:strRef>
              <c:f>'Revenue by age'!$C$3</c:f>
              <c:strCache>
                <c:ptCount val="1"/>
                <c:pt idx="0">
                  <c:v>Count of Quantity Purchased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'Revenue by age'!$A$4:$A$12</c:f>
              <c:strCache>
                <c:ptCount val="8"/>
                <c:pt idx="0">
                  <c:v>19-28</c:v>
                </c:pt>
                <c:pt idx="1">
                  <c:v>29-38</c:v>
                </c:pt>
                <c:pt idx="2">
                  <c:v>39-48</c:v>
                </c:pt>
                <c:pt idx="3">
                  <c:v>49-58</c:v>
                </c:pt>
                <c:pt idx="4">
                  <c:v>59-68</c:v>
                </c:pt>
                <c:pt idx="5">
                  <c:v>69-78</c:v>
                </c:pt>
                <c:pt idx="6">
                  <c:v>79-88</c:v>
                </c:pt>
                <c:pt idx="7">
                  <c:v>119-128</c:v>
                </c:pt>
              </c:strCache>
            </c:strRef>
          </c:cat>
          <c:val>
            <c:numRef>
              <c:f>'Revenue by age'!$C$4:$C$12</c:f>
              <c:numCache>
                <c:formatCode>General</c:formatCode>
                <c:ptCount val="8"/>
                <c:pt idx="0">
                  <c:v>1809</c:v>
                </c:pt>
                <c:pt idx="1">
                  <c:v>1873</c:v>
                </c:pt>
                <c:pt idx="2">
                  <c:v>1927</c:v>
                </c:pt>
                <c:pt idx="3">
                  <c:v>1928</c:v>
                </c:pt>
                <c:pt idx="4">
                  <c:v>1862</c:v>
                </c:pt>
                <c:pt idx="5">
                  <c:v>1902</c:v>
                </c:pt>
                <c:pt idx="6">
                  <c:v>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7C-482A-832C-9E880081A0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57585840"/>
        <c:axId val="1357586800"/>
      </c:lineChart>
      <c:catAx>
        <c:axId val="135758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7586800"/>
        <c:crosses val="autoZero"/>
        <c:auto val="1"/>
        <c:lblAlgn val="ctr"/>
        <c:lblOffset val="100"/>
        <c:noMultiLvlLbl val="0"/>
      </c:catAx>
      <c:valAx>
        <c:axId val="1357586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@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7585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[Sales Data of Biscuit Brand very new.xlsx]Top 5 Revenue Contributers!PivotTable4</c:name>
    <c:fmtId val="1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'Top 5 Revenue Contributers'!$B$3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D5C-48BB-8B68-49B7C04DA83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D5C-48BB-8B68-49B7C04DA83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D5C-48BB-8B68-49B7C04DA83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D5C-48BB-8B68-49B7C04DA83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D5C-48BB-8B68-49B7C04DA835}"/>
              </c:ext>
            </c:extLst>
          </c:dPt>
          <c:cat>
            <c:strRef>
              <c:f>'Top 5 Revenue Contributers'!$A$4:$A$9</c:f>
              <c:strCache>
                <c:ptCount val="5"/>
                <c:pt idx="0">
                  <c:v>Travis Doyle</c:v>
                </c:pt>
                <c:pt idx="1">
                  <c:v>seph Hill</c:v>
                </c:pt>
                <c:pt idx="2">
                  <c:v>April Watkins</c:v>
                </c:pt>
                <c:pt idx="3">
                  <c:v>Susan Dean</c:v>
                </c:pt>
                <c:pt idx="4">
                  <c:v>Sara Robertson</c:v>
                </c:pt>
              </c:strCache>
            </c:strRef>
          </c:cat>
          <c:val>
            <c:numRef>
              <c:f>'Top 5 Revenue Contributers'!$B$4:$B$9</c:f>
              <c:numCache>
                <c:formatCode>0.00%</c:formatCode>
                <c:ptCount val="5"/>
                <c:pt idx="0">
                  <c:v>0.23057999499578105</c:v>
                </c:pt>
                <c:pt idx="1">
                  <c:v>0.22335776310776789</c:v>
                </c:pt>
                <c:pt idx="2">
                  <c:v>0.19926503633335491</c:v>
                </c:pt>
                <c:pt idx="3">
                  <c:v>0.18366945809292975</c:v>
                </c:pt>
                <c:pt idx="4">
                  <c:v>0.16312774747016642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D5C-48BB-8B68-49B7C04DA8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[Sales Data of Biscuit Brand very new.xlsx]Top 3 sales reps!PivotTable1</c:name>
    <c:fmtId val="11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0.21342592592592594"/>
          <c:w val="0.73456867891513555"/>
          <c:h val="0.78194444444444444"/>
        </c:manualLayout>
      </c:layout>
      <c:pie3DChart>
        <c:varyColors val="1"/>
        <c:ser>
          <c:idx val="0"/>
          <c:order val="0"/>
          <c:tx>
            <c:strRef>
              <c:f>'Top 3 sales reps'!$B$3</c:f>
              <c:strCache>
                <c:ptCount val="1"/>
                <c:pt idx="0">
                  <c:v>Sum of Total 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C43-4C26-AF1D-75F031149C3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C43-4C26-AF1D-75F031149C3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C43-4C26-AF1D-75F031149C3E}"/>
              </c:ext>
            </c:extLst>
          </c:dPt>
          <c:cat>
            <c:strRef>
              <c:f>'Top 3 sales reps'!$A$4:$A$7</c:f>
              <c:strCache>
                <c:ptCount val="3"/>
                <c:pt idx="0">
                  <c:v>Travis Doyle</c:v>
                </c:pt>
                <c:pt idx="1">
                  <c:v>seph Hill</c:v>
                </c:pt>
                <c:pt idx="2">
                  <c:v>April Watkins</c:v>
                </c:pt>
              </c:strCache>
            </c:strRef>
          </c:cat>
          <c:val>
            <c:numRef>
              <c:f>'Top 3 sales reps'!$B$4:$B$7</c:f>
              <c:numCache>
                <c:formatCode>"₹"\ #,##0.00</c:formatCode>
                <c:ptCount val="3"/>
                <c:pt idx="0">
                  <c:v>10880651</c:v>
                </c:pt>
                <c:pt idx="1">
                  <c:v>10539847</c:v>
                </c:pt>
                <c:pt idx="2">
                  <c:v>9402955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A50-4920-934B-0FD559AE53AC}"/>
            </c:ext>
          </c:extLst>
        </c:ser>
        <c:ser>
          <c:idx val="1"/>
          <c:order val="1"/>
          <c:tx>
            <c:strRef>
              <c:f>'Top 3 sales reps'!$C$3</c:f>
              <c:strCache>
                <c:ptCount val="1"/>
                <c:pt idx="0">
                  <c:v>Sum of Profit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C43-4C26-AF1D-75F031149C3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DC43-4C26-AF1D-75F031149C3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DC43-4C26-AF1D-75F031149C3E}"/>
              </c:ext>
            </c:extLst>
          </c:dPt>
          <c:cat>
            <c:strRef>
              <c:f>'Top 3 sales reps'!$A$4:$A$7</c:f>
              <c:strCache>
                <c:ptCount val="3"/>
                <c:pt idx="0">
                  <c:v>Travis Doyle</c:v>
                </c:pt>
                <c:pt idx="1">
                  <c:v>seph Hill</c:v>
                </c:pt>
                <c:pt idx="2">
                  <c:v>April Watkins</c:v>
                </c:pt>
              </c:strCache>
            </c:strRef>
          </c:cat>
          <c:val>
            <c:numRef>
              <c:f>'Top 3 sales reps'!$C$4:$C$7</c:f>
              <c:numCache>
                <c:formatCode>"₹"\ #,##0.00</c:formatCode>
                <c:ptCount val="3"/>
                <c:pt idx="0">
                  <c:v>4777896</c:v>
                </c:pt>
                <c:pt idx="1">
                  <c:v>4629281</c:v>
                </c:pt>
                <c:pt idx="2">
                  <c:v>3987214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9A50-4920-934B-0FD559AE53AC}"/>
            </c:ext>
          </c:extLst>
        </c:ser>
        <c:ser>
          <c:idx val="2"/>
          <c:order val="2"/>
          <c:tx>
            <c:strRef>
              <c:f>'Top 3 sales reps'!$D$3</c:f>
              <c:strCache>
                <c:ptCount val="1"/>
                <c:pt idx="0">
                  <c:v>Sum of Profit%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DC43-4C26-AF1D-75F031149C3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DC43-4C26-AF1D-75F031149C3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DC43-4C26-AF1D-75F031149C3E}"/>
              </c:ext>
            </c:extLst>
          </c:dPt>
          <c:cat>
            <c:strRef>
              <c:f>'Top 3 sales reps'!$A$4:$A$7</c:f>
              <c:strCache>
                <c:ptCount val="3"/>
                <c:pt idx="0">
                  <c:v>Travis Doyle</c:v>
                </c:pt>
                <c:pt idx="1">
                  <c:v>seph Hill</c:v>
                </c:pt>
                <c:pt idx="2">
                  <c:v>April Watkins</c:v>
                </c:pt>
              </c:strCache>
            </c:strRef>
          </c:cat>
          <c:val>
            <c:numRef>
              <c:f>'Top 3 sales reps'!$D$4:$D$7</c:f>
              <c:numCache>
                <c:formatCode>0.00</c:formatCode>
                <c:ptCount val="3"/>
                <c:pt idx="0">
                  <c:v>43.91185784747622</c:v>
                </c:pt>
                <c:pt idx="1">
                  <c:v>43.921709679466886</c:v>
                </c:pt>
                <c:pt idx="2">
                  <c:v>42.403840069424987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A50-4920-934B-0FD559AE53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[Sales Data of Biscuit Brand very new.xlsx]Qty Sold by Location!PivotTable6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'Qty Sold by Location'!$B$3</c:f>
              <c:strCache>
                <c:ptCount val="1"/>
                <c:pt idx="0">
                  <c:v>Count of Quantity Purchased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'Qty Sold by Location'!$A$4:$A$14</c:f>
              <c:strCache>
                <c:ptCount val="10"/>
                <c:pt idx="0">
                  <c:v> Antonio</c:v>
                </c:pt>
                <c:pt idx="1">
                  <c:v> Diego</c:v>
                </c:pt>
                <c:pt idx="2">
                  <c:v>Chicago</c:v>
                </c:pt>
                <c:pt idx="3">
                  <c:v>Dallas</c:v>
                </c:pt>
                <c:pt idx="4">
                  <c:v>Hous Angeles</c:v>
                </c:pt>
                <c:pt idx="5">
                  <c:v>Los Angeles</c:v>
                </c:pt>
                <c:pt idx="6">
                  <c:v>New York</c:v>
                </c:pt>
                <c:pt idx="7">
                  <c:v>Philadelphia</c:v>
                </c:pt>
                <c:pt idx="8">
                  <c:v>Phoenix</c:v>
                </c:pt>
                <c:pt idx="9">
                  <c:v>(blank)</c:v>
                </c:pt>
              </c:strCache>
            </c:strRef>
          </c:cat>
          <c:val>
            <c:numRef>
              <c:f>'Qty Sold by Location'!$B$4:$B$14</c:f>
              <c:numCache>
                <c:formatCode>General</c:formatCode>
                <c:ptCount val="10"/>
                <c:pt idx="0">
                  <c:v>1352</c:v>
                </c:pt>
                <c:pt idx="1">
                  <c:v>1203</c:v>
                </c:pt>
                <c:pt idx="2">
                  <c:v>1143</c:v>
                </c:pt>
                <c:pt idx="3">
                  <c:v>1164</c:v>
                </c:pt>
                <c:pt idx="4">
                  <c:v>1259</c:v>
                </c:pt>
                <c:pt idx="5">
                  <c:v>1126</c:v>
                </c:pt>
                <c:pt idx="6">
                  <c:v>1159</c:v>
                </c:pt>
                <c:pt idx="7">
                  <c:v>1212</c:v>
                </c:pt>
                <c:pt idx="8">
                  <c:v>1122</c:v>
                </c:pt>
                <c:pt idx="9">
                  <c:v>1260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85-497E-BF1A-7E2F2E447E4D}"/>
            </c:ext>
          </c:extLst>
        </c:ser>
        <c:ser>
          <c:idx val="1"/>
          <c:order val="1"/>
          <c:tx>
            <c:strRef>
              <c:f>'Qty Sold by Location'!$C$3</c:f>
              <c:strCache>
                <c:ptCount val="1"/>
                <c:pt idx="0">
                  <c:v>Sum of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'Qty Sold by Location'!$A$4:$A$14</c:f>
              <c:strCache>
                <c:ptCount val="10"/>
                <c:pt idx="0">
                  <c:v> Antonio</c:v>
                </c:pt>
                <c:pt idx="1">
                  <c:v> Diego</c:v>
                </c:pt>
                <c:pt idx="2">
                  <c:v>Chicago</c:v>
                </c:pt>
                <c:pt idx="3">
                  <c:v>Dallas</c:v>
                </c:pt>
                <c:pt idx="4">
                  <c:v>Hous Angeles</c:v>
                </c:pt>
                <c:pt idx="5">
                  <c:v>Los Angeles</c:v>
                </c:pt>
                <c:pt idx="6">
                  <c:v>New York</c:v>
                </c:pt>
                <c:pt idx="7">
                  <c:v>Philadelphia</c:v>
                </c:pt>
                <c:pt idx="8">
                  <c:v>Phoenix</c:v>
                </c:pt>
                <c:pt idx="9">
                  <c:v>(blank)</c:v>
                </c:pt>
              </c:strCache>
            </c:strRef>
          </c:cat>
          <c:val>
            <c:numRef>
              <c:f>'Qty Sold by Location'!$C$4:$C$14</c:f>
              <c:numCache>
                <c:formatCode>General</c:formatCode>
                <c:ptCount val="10"/>
                <c:pt idx="0">
                  <c:v>3365775</c:v>
                </c:pt>
                <c:pt idx="1">
                  <c:v>2647105</c:v>
                </c:pt>
                <c:pt idx="2">
                  <c:v>2377512</c:v>
                </c:pt>
                <c:pt idx="3">
                  <c:v>2715580</c:v>
                </c:pt>
                <c:pt idx="4">
                  <c:v>2546501</c:v>
                </c:pt>
                <c:pt idx="5">
                  <c:v>2702399</c:v>
                </c:pt>
                <c:pt idx="6">
                  <c:v>2476447</c:v>
                </c:pt>
                <c:pt idx="7">
                  <c:v>2753075</c:v>
                </c:pt>
                <c:pt idx="8">
                  <c:v>2406959</c:v>
                </c:pt>
                <c:pt idx="9">
                  <c:v>2793480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85-497E-BF1A-7E2F2E447E4D}"/>
            </c:ext>
          </c:extLst>
        </c:ser>
        <c:ser>
          <c:idx val="2"/>
          <c:order val="2"/>
          <c:tx>
            <c:strRef>
              <c:f>'Qty Sold by Location'!$D$3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'Qty Sold by Location'!$A$4:$A$14</c:f>
              <c:strCache>
                <c:ptCount val="10"/>
                <c:pt idx="0">
                  <c:v> Antonio</c:v>
                </c:pt>
                <c:pt idx="1">
                  <c:v> Diego</c:v>
                </c:pt>
                <c:pt idx="2">
                  <c:v>Chicago</c:v>
                </c:pt>
                <c:pt idx="3">
                  <c:v>Dallas</c:v>
                </c:pt>
                <c:pt idx="4">
                  <c:v>Hous Angeles</c:v>
                </c:pt>
                <c:pt idx="5">
                  <c:v>Los Angeles</c:v>
                </c:pt>
                <c:pt idx="6">
                  <c:v>New York</c:v>
                </c:pt>
                <c:pt idx="7">
                  <c:v>Philadelphia</c:v>
                </c:pt>
                <c:pt idx="8">
                  <c:v>Phoenix</c:v>
                </c:pt>
                <c:pt idx="9">
                  <c:v>(blank)</c:v>
                </c:pt>
              </c:strCache>
            </c:strRef>
          </c:cat>
          <c:val>
            <c:numRef>
              <c:f>'Qty Sold by Location'!$D$4:$D$14</c:f>
              <c:numCache>
                <c:formatCode>General</c:formatCode>
                <c:ptCount val="10"/>
                <c:pt idx="0">
                  <c:v>7343282</c:v>
                </c:pt>
                <c:pt idx="1">
                  <c:v>6036613</c:v>
                </c:pt>
                <c:pt idx="2">
                  <c:v>5666565</c:v>
                </c:pt>
                <c:pt idx="3">
                  <c:v>6128566</c:v>
                </c:pt>
                <c:pt idx="4">
                  <c:v>6179951</c:v>
                </c:pt>
                <c:pt idx="5">
                  <c:v>6066717</c:v>
                </c:pt>
                <c:pt idx="6">
                  <c:v>5776850</c:v>
                </c:pt>
                <c:pt idx="7">
                  <c:v>6315796</c:v>
                </c:pt>
                <c:pt idx="8">
                  <c:v>5710119</c:v>
                </c:pt>
                <c:pt idx="9">
                  <c:v>6343424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85-497E-BF1A-7E2F2E447E4D}"/>
            </c:ext>
          </c:extLst>
        </c:ser>
        <c:ser>
          <c:idx val="3"/>
          <c:order val="3"/>
          <c:tx>
            <c:strRef>
              <c:f>'Qty Sold by Location'!$E$3</c:f>
              <c:strCache>
                <c:ptCount val="1"/>
                <c:pt idx="0">
                  <c:v>Sum of Profit%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'Qty Sold by Location'!$A$4:$A$14</c:f>
              <c:strCache>
                <c:ptCount val="10"/>
                <c:pt idx="0">
                  <c:v> Antonio</c:v>
                </c:pt>
                <c:pt idx="1">
                  <c:v> Diego</c:v>
                </c:pt>
                <c:pt idx="2">
                  <c:v>Chicago</c:v>
                </c:pt>
                <c:pt idx="3">
                  <c:v>Dallas</c:v>
                </c:pt>
                <c:pt idx="4">
                  <c:v>Hous Angeles</c:v>
                </c:pt>
                <c:pt idx="5">
                  <c:v>Los Angeles</c:v>
                </c:pt>
                <c:pt idx="6">
                  <c:v>New York</c:v>
                </c:pt>
                <c:pt idx="7">
                  <c:v>Philadelphia</c:v>
                </c:pt>
                <c:pt idx="8">
                  <c:v>Phoenix</c:v>
                </c:pt>
                <c:pt idx="9">
                  <c:v>(blank)</c:v>
                </c:pt>
              </c:strCache>
            </c:strRef>
          </c:cat>
          <c:val>
            <c:numRef>
              <c:f>'Qty Sold by Location'!$E$4:$E$14</c:f>
              <c:numCache>
                <c:formatCode>General</c:formatCode>
                <c:ptCount val="10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3</c:v>
                </c:pt>
                <c:pt idx="4">
                  <c:v>10</c:v>
                </c:pt>
                <c:pt idx="5">
                  <c:v>2</c:v>
                </c:pt>
                <c:pt idx="6">
                  <c:v>7</c:v>
                </c:pt>
                <c:pt idx="7">
                  <c:v>6</c:v>
                </c:pt>
                <c:pt idx="8">
                  <c:v>8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485-497E-BF1A-7E2F2E447E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7344447"/>
        <c:axId val="1027344927"/>
      </c:barChart>
      <c:catAx>
        <c:axId val="1027344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7344927"/>
        <c:crosses val="autoZero"/>
        <c:auto val="1"/>
        <c:lblAlgn val="ctr"/>
        <c:lblOffset val="100"/>
        <c:noMultiLvlLbl val="0"/>
      </c:catAx>
      <c:valAx>
        <c:axId val="1027344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7344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[Sales Data of Biscuit Brand very new.xlsx]Revenue by payment method!PivotTable2</c:name>
    <c:fmtId val="11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solidFill>
              <a:schemeClr val="accent3"/>
            </a:solidFill>
          </a:ln>
          <a:effectLst/>
          <a:sp3d>
            <a:contourClr>
              <a:schemeClr val="accent3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solidFill>
              <a:schemeClr val="accent3"/>
            </a:solidFill>
          </a:ln>
          <a:effectLst/>
          <a:sp3d>
            <a:contourClr>
              <a:schemeClr val="accent3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solidFill>
              <a:schemeClr val="accent3"/>
            </a:solidFill>
          </a:ln>
          <a:effectLst/>
          <a:sp3d>
            <a:contourClr>
              <a:schemeClr val="accent3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4522309711286088"/>
          <c:y val="0.15324074074074076"/>
          <c:w val="0.70462379702537181"/>
          <c:h val="0.68321704578594344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'Revenue by payment method'!$B$3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3"/>
              </a:solidFill>
            </a:ln>
            <a:effectLst/>
            <a:sp3d>
              <a:contourClr>
                <a:schemeClr val="accent3"/>
              </a:contourClr>
            </a:sp3d>
          </c:spPr>
          <c:invertIfNegative val="0"/>
          <c:cat>
            <c:strRef>
              <c:f>'Revenue by payment method'!$A$4:$A$9</c:f>
              <c:strCache>
                <c:ptCount val="5"/>
                <c:pt idx="0">
                  <c:v>Debit Card</c:v>
                </c:pt>
                <c:pt idx="1">
                  <c:v>Mobile Payment</c:v>
                </c:pt>
                <c:pt idx="2">
                  <c:v>Credit Card</c:v>
                </c:pt>
                <c:pt idx="3">
                  <c:v>Cash</c:v>
                </c:pt>
                <c:pt idx="4">
                  <c:v>(blank)</c:v>
                </c:pt>
              </c:strCache>
            </c:strRef>
          </c:cat>
          <c:val>
            <c:numRef>
              <c:f>'Revenue by payment method'!$B$4:$B$9</c:f>
              <c:numCache>
                <c:formatCode>General</c:formatCode>
                <c:ptCount val="5"/>
                <c:pt idx="0">
                  <c:v>15620114</c:v>
                </c:pt>
                <c:pt idx="1">
                  <c:v>15461629</c:v>
                </c:pt>
                <c:pt idx="2">
                  <c:v>15248942</c:v>
                </c:pt>
                <c:pt idx="3">
                  <c:v>15237198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D3-4E12-AA02-16168CC92A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49250863"/>
        <c:axId val="1349252783"/>
        <c:axId val="0"/>
      </c:bar3DChart>
      <c:catAx>
        <c:axId val="1349250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9252783"/>
        <c:crosses val="autoZero"/>
        <c:auto val="1"/>
        <c:lblAlgn val="ctr"/>
        <c:lblOffset val="100"/>
        <c:noMultiLvlLbl val="0"/>
      </c:catAx>
      <c:valAx>
        <c:axId val="1349252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9250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[Sales Data of Biscuit Brand very new.xlsx]Preferred Payment choice by gen!PivotTable4</c:name>
    <c:fmtId val="26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'Preferred Payment choice by gen'!$B$3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'Preferred Payment choice by gen'!$A$4:$A$21</c:f>
              <c:multiLvlStrCache>
                <c:ptCount val="13"/>
                <c:lvl>
                  <c:pt idx="0">
                    <c:v>Cash</c:v>
                  </c:pt>
                  <c:pt idx="1">
                    <c:v>Credit Card</c:v>
                  </c:pt>
                  <c:pt idx="2">
                    <c:v>Debit Card</c:v>
                  </c:pt>
                  <c:pt idx="3">
                    <c:v>Mobile Payment</c:v>
                  </c:pt>
                  <c:pt idx="4">
                    <c:v>Cash</c:v>
                  </c:pt>
                  <c:pt idx="5">
                    <c:v>Credit Card</c:v>
                  </c:pt>
                  <c:pt idx="6">
                    <c:v>Debit Card</c:v>
                  </c:pt>
                  <c:pt idx="7">
                    <c:v>Mobile Payment</c:v>
                  </c:pt>
                  <c:pt idx="8">
                    <c:v>Cash</c:v>
                  </c:pt>
                  <c:pt idx="9">
                    <c:v>Credit Card</c:v>
                  </c:pt>
                  <c:pt idx="10">
                    <c:v>Debit Card</c:v>
                  </c:pt>
                  <c:pt idx="11">
                    <c:v>Mobile Payment</c:v>
                  </c:pt>
                  <c:pt idx="12">
                    <c:v>(blank)</c:v>
                  </c:pt>
                </c:lvl>
                <c:lvl>
                  <c:pt idx="0">
                    <c:v>Female</c:v>
                  </c:pt>
                  <c:pt idx="4">
                    <c:v>Male</c:v>
                  </c:pt>
                  <c:pt idx="8">
                    <c:v>Other</c:v>
                  </c:pt>
                  <c:pt idx="12">
                    <c:v>(blank)</c:v>
                  </c:pt>
                </c:lvl>
              </c:multiLvlStrCache>
            </c:multiLvlStrRef>
          </c:cat>
          <c:val>
            <c:numRef>
              <c:f>'Preferred Payment choice by gen'!$B$4:$B$21</c:f>
              <c:numCache>
                <c:formatCode>General</c:formatCode>
                <c:ptCount val="13"/>
                <c:pt idx="0">
                  <c:v>1420647</c:v>
                </c:pt>
                <c:pt idx="1">
                  <c:v>1454448</c:v>
                </c:pt>
                <c:pt idx="2">
                  <c:v>1523141</c:v>
                </c:pt>
                <c:pt idx="3">
                  <c:v>1446330</c:v>
                </c:pt>
                <c:pt idx="4">
                  <c:v>12870012</c:v>
                </c:pt>
                <c:pt idx="5">
                  <c:v>12883020</c:v>
                </c:pt>
                <c:pt idx="6">
                  <c:v>13129602</c:v>
                </c:pt>
                <c:pt idx="7">
                  <c:v>13084204</c:v>
                </c:pt>
                <c:pt idx="8">
                  <c:v>946539</c:v>
                </c:pt>
                <c:pt idx="9">
                  <c:v>911474</c:v>
                </c:pt>
                <c:pt idx="10">
                  <c:v>967371</c:v>
                </c:pt>
                <c:pt idx="11">
                  <c:v>931095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82-4555-BAC9-3E8925C9E7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71848927"/>
        <c:axId val="1171842207"/>
      </c:barChart>
      <c:lineChart>
        <c:grouping val="standard"/>
        <c:varyColors val="0"/>
        <c:ser>
          <c:idx val="1"/>
          <c:order val="1"/>
          <c:tx>
            <c:strRef>
              <c:f>'Preferred Payment choice by gen'!$C$3</c:f>
              <c:strCache>
                <c:ptCount val="1"/>
                <c:pt idx="0">
                  <c:v>Count of Payment Method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'Preferred Payment choice by gen'!$A$4:$A$21</c:f>
              <c:multiLvlStrCache>
                <c:ptCount val="13"/>
                <c:lvl>
                  <c:pt idx="0">
                    <c:v>Cash</c:v>
                  </c:pt>
                  <c:pt idx="1">
                    <c:v>Credit Card</c:v>
                  </c:pt>
                  <c:pt idx="2">
                    <c:v>Debit Card</c:v>
                  </c:pt>
                  <c:pt idx="3">
                    <c:v>Mobile Payment</c:v>
                  </c:pt>
                  <c:pt idx="4">
                    <c:v>Cash</c:v>
                  </c:pt>
                  <c:pt idx="5">
                    <c:v>Credit Card</c:v>
                  </c:pt>
                  <c:pt idx="6">
                    <c:v>Debit Card</c:v>
                  </c:pt>
                  <c:pt idx="7">
                    <c:v>Mobile Payment</c:v>
                  </c:pt>
                  <c:pt idx="8">
                    <c:v>Cash</c:v>
                  </c:pt>
                  <c:pt idx="9">
                    <c:v>Credit Card</c:v>
                  </c:pt>
                  <c:pt idx="10">
                    <c:v>Debit Card</c:v>
                  </c:pt>
                  <c:pt idx="11">
                    <c:v>Mobile Payment</c:v>
                  </c:pt>
                  <c:pt idx="12">
                    <c:v>(blank)</c:v>
                  </c:pt>
                </c:lvl>
                <c:lvl>
                  <c:pt idx="0">
                    <c:v>Female</c:v>
                  </c:pt>
                  <c:pt idx="4">
                    <c:v>Male</c:v>
                  </c:pt>
                  <c:pt idx="8">
                    <c:v>Other</c:v>
                  </c:pt>
                  <c:pt idx="12">
                    <c:v>(blank)</c:v>
                  </c:pt>
                </c:lvl>
              </c:multiLvlStrCache>
            </c:multiLvlStrRef>
          </c:cat>
          <c:val>
            <c:numRef>
              <c:f>'Preferred Payment choice by gen'!$C$4:$C$21</c:f>
              <c:numCache>
                <c:formatCode>General</c:formatCode>
                <c:ptCount val="13"/>
                <c:pt idx="0">
                  <c:v>273</c:v>
                </c:pt>
                <c:pt idx="1">
                  <c:v>282</c:v>
                </c:pt>
                <c:pt idx="2">
                  <c:v>274</c:v>
                </c:pt>
                <c:pt idx="3">
                  <c:v>302</c:v>
                </c:pt>
                <c:pt idx="4">
                  <c:v>2533</c:v>
                </c:pt>
                <c:pt idx="5">
                  <c:v>2507</c:v>
                </c:pt>
                <c:pt idx="6">
                  <c:v>2543</c:v>
                </c:pt>
                <c:pt idx="7">
                  <c:v>2555</c:v>
                </c:pt>
                <c:pt idx="8">
                  <c:v>170</c:v>
                </c:pt>
                <c:pt idx="9">
                  <c:v>189</c:v>
                </c:pt>
                <c:pt idx="10">
                  <c:v>191</c:v>
                </c:pt>
                <c:pt idx="11">
                  <c:v>181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82-4555-BAC9-3E8925C9E7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7944511"/>
        <c:axId val="1171847007"/>
      </c:lineChart>
      <c:catAx>
        <c:axId val="1171848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1842207"/>
        <c:crosses val="autoZero"/>
        <c:auto val="1"/>
        <c:lblAlgn val="ctr"/>
        <c:lblOffset val="100"/>
        <c:noMultiLvlLbl val="0"/>
      </c:catAx>
      <c:valAx>
        <c:axId val="1171842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1848927"/>
        <c:crosses val="autoZero"/>
        <c:crossBetween val="between"/>
      </c:valAx>
      <c:valAx>
        <c:axId val="1171847007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7944511"/>
        <c:crosses val="max"/>
        <c:crossBetween val="between"/>
      </c:valAx>
      <c:catAx>
        <c:axId val="6879445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7184700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126268591426073"/>
          <c:y val="0.34768955963837855"/>
          <c:w val="0.33207064741907261"/>
          <c:h val="0.239806065908428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683E5-472A-4D13-9F19-E141CE1D761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D0E2B3-1717-485A-B2C9-0F2D56AD0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798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0E2B3-1717-485A-B2C9-0F2D56AD0B7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636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82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133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08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839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65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12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91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78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56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6055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036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5257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55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140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28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2B46E-2504-4685-B5E2-D4F67E62662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5014E48-CE3F-48EB-B5FF-DF96ADCD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50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hand-leave-pen-paper-thank-you-226358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uble Wave 16">
            <a:extLst>
              <a:ext uri="{FF2B5EF4-FFF2-40B4-BE49-F238E27FC236}">
                <a16:creationId xmlns:a16="http://schemas.microsoft.com/office/drawing/2014/main" id="{D6D5B7A7-B0E0-F72A-DA08-0FF86C5E30F8}"/>
              </a:ext>
            </a:extLst>
          </p:cNvPr>
          <p:cNvSpPr/>
          <p:nvPr/>
        </p:nvSpPr>
        <p:spPr>
          <a:xfrm rot="19888085">
            <a:off x="311915" y="1420184"/>
            <a:ext cx="6882384" cy="3680482"/>
          </a:xfrm>
          <a:prstGeom prst="doubleWave">
            <a:avLst>
              <a:gd name="adj1" fmla="val 6250"/>
              <a:gd name="adj2" fmla="val -1063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>
                <a:solidFill>
                  <a:srgbClr val="002060"/>
                </a:solidFill>
                <a:latin typeface="+mj-lt"/>
              </a:rPr>
              <a:t>Retail Revenue Analysis for Leadership Decision Making</a:t>
            </a:r>
          </a:p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003195F8-9057-2BB1-5BE9-88DC3E826A12}"/>
              </a:ext>
            </a:extLst>
          </p:cNvPr>
          <p:cNvSpPr/>
          <p:nvPr/>
        </p:nvSpPr>
        <p:spPr>
          <a:xfrm rot="19850343">
            <a:off x="6991650" y="3742234"/>
            <a:ext cx="3464705" cy="2190804"/>
          </a:xfrm>
          <a:prstGeom prst="horizontalScroll">
            <a:avLst/>
          </a:prstGeom>
          <a:solidFill>
            <a:schemeClr val="accent4">
              <a:lumMod val="75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i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</a:t>
            </a:r>
          </a:p>
          <a:p>
            <a:pPr algn="ctr"/>
            <a:r>
              <a:rPr lang="en-IN" sz="4000" b="1" i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GEETHA P</a:t>
            </a:r>
          </a:p>
        </p:txBody>
      </p:sp>
    </p:spTree>
    <p:extLst>
      <p:ext uri="{BB962C8B-B14F-4D97-AF65-F5344CB8AC3E}">
        <p14:creationId xmlns:p14="http://schemas.microsoft.com/office/powerpoint/2010/main" val="365406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FE1CF-FC05-468F-5F42-2007A5D9C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7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D48B15B-35E5-C367-2518-F9575BE0E1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6880308"/>
              </p:ext>
            </p:extLst>
          </p:nvPr>
        </p:nvGraphicFramePr>
        <p:xfrm>
          <a:off x="5772912" y="1874629"/>
          <a:ext cx="5583936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99D7F5-A437-B99B-43B6-7CD7E6D8F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904102"/>
              </p:ext>
            </p:extLst>
          </p:nvPr>
        </p:nvGraphicFramePr>
        <p:xfrm>
          <a:off x="316992" y="1334897"/>
          <a:ext cx="5425439" cy="4636244"/>
        </p:xfrm>
        <a:graphic>
          <a:graphicData uri="http://schemas.openxmlformats.org/drawingml/2006/table">
            <a:tbl>
              <a:tblPr/>
              <a:tblGrid>
                <a:gridCol w="1259476">
                  <a:extLst>
                    <a:ext uri="{9D8B030D-6E8A-4147-A177-3AD203B41FA5}">
                      <a16:colId xmlns:a16="http://schemas.microsoft.com/office/drawing/2014/main" val="3687178094"/>
                    </a:ext>
                  </a:extLst>
                </a:gridCol>
                <a:gridCol w="949452">
                  <a:extLst>
                    <a:ext uri="{9D8B030D-6E8A-4147-A177-3AD203B41FA5}">
                      <a16:colId xmlns:a16="http://schemas.microsoft.com/office/drawing/2014/main" val="1442542972"/>
                    </a:ext>
                  </a:extLst>
                </a:gridCol>
                <a:gridCol w="1544590">
                  <a:extLst>
                    <a:ext uri="{9D8B030D-6E8A-4147-A177-3AD203B41FA5}">
                      <a16:colId xmlns:a16="http://schemas.microsoft.com/office/drawing/2014/main" val="1498758854"/>
                    </a:ext>
                  </a:extLst>
                </a:gridCol>
                <a:gridCol w="1671921">
                  <a:extLst>
                    <a:ext uri="{9D8B030D-6E8A-4147-A177-3AD203B41FA5}">
                      <a16:colId xmlns:a16="http://schemas.microsoft.com/office/drawing/2014/main" val="3491976709"/>
                    </a:ext>
                  </a:extLst>
                </a:gridCol>
              </a:tblGrid>
              <a:tr h="713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Profit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Total Revenue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Profit Margin%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55389"/>
                  </a:ext>
                </a:extLst>
              </a:tr>
              <a:tr h="356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Britannia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1193240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6562820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18.18%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513749"/>
                  </a:ext>
                </a:extLst>
              </a:tr>
              <a:tr h="356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Good Day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312371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3436081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9.09%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40385"/>
                  </a:ext>
                </a:extLst>
              </a:tr>
              <a:tr h="356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Little Hearts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5789610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11579220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50.00%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311485"/>
                  </a:ext>
                </a:extLst>
              </a:tr>
              <a:tr h="356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Malkist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1163240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4071340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28.57%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195454"/>
                  </a:ext>
                </a:extLst>
              </a:tr>
              <a:tr h="356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Marie Gold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589032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2650644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22.22%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335021"/>
                  </a:ext>
                </a:extLst>
              </a:tr>
              <a:tr h="356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Oreo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4491830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8983660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50.00%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108010"/>
                  </a:ext>
                </a:extLst>
              </a:tr>
              <a:tr h="356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Parle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633780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2218230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28.57%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142964"/>
                  </a:ext>
                </a:extLst>
              </a:tr>
              <a:tr h="356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Sunfeast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594326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1485815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40.00%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270459"/>
                  </a:ext>
                </a:extLst>
              </a:tr>
              <a:tr h="356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Tiger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1148924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6606313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17.39%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31561"/>
                  </a:ext>
                </a:extLst>
              </a:tr>
              <a:tr h="356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Unibic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10868480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9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13973760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77.78%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325077"/>
                  </a:ext>
                </a:extLst>
              </a:tr>
              <a:tr h="356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26784833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61567883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43.50%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380773"/>
                  </a:ext>
                </a:extLst>
              </a:tr>
            </a:tbl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BD27EF8-435B-680E-5EAD-3F6CB74DCE26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076653477"/>
              </p:ext>
            </p:extLst>
          </p:nvPr>
        </p:nvGraphicFramePr>
        <p:xfrm>
          <a:off x="603503" y="-18415"/>
          <a:ext cx="10277856" cy="804672"/>
        </p:xfrm>
        <a:graphic>
          <a:graphicData uri="http://schemas.openxmlformats.org/drawingml/2006/table">
            <a:tbl>
              <a:tblPr/>
              <a:tblGrid>
                <a:gridCol w="10277856">
                  <a:extLst>
                    <a:ext uri="{9D8B030D-6E8A-4147-A177-3AD203B41FA5}">
                      <a16:colId xmlns:a16="http://schemas.microsoft.com/office/drawing/2014/main" val="190963483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600" b="1" i="1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Product Revenue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596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322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AFE64A3-9B51-35FB-22CD-F8FC9179811E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180481523"/>
              </p:ext>
            </p:extLst>
          </p:nvPr>
        </p:nvGraphicFramePr>
        <p:xfrm>
          <a:off x="865633" y="2459927"/>
          <a:ext cx="4315968" cy="1938145"/>
        </p:xfrm>
        <a:graphic>
          <a:graphicData uri="http://schemas.openxmlformats.org/drawingml/2006/table">
            <a:tbl>
              <a:tblPr/>
              <a:tblGrid>
                <a:gridCol w="954020">
                  <a:extLst>
                    <a:ext uri="{9D8B030D-6E8A-4147-A177-3AD203B41FA5}">
                      <a16:colId xmlns:a16="http://schemas.microsoft.com/office/drawing/2014/main" val="92407005"/>
                    </a:ext>
                  </a:extLst>
                </a:gridCol>
                <a:gridCol w="1480041">
                  <a:extLst>
                    <a:ext uri="{9D8B030D-6E8A-4147-A177-3AD203B41FA5}">
                      <a16:colId xmlns:a16="http://schemas.microsoft.com/office/drawing/2014/main" val="1755083529"/>
                    </a:ext>
                  </a:extLst>
                </a:gridCol>
                <a:gridCol w="1881907">
                  <a:extLst>
                    <a:ext uri="{9D8B030D-6E8A-4147-A177-3AD203B41FA5}">
                      <a16:colId xmlns:a16="http://schemas.microsoft.com/office/drawing/2014/main" val="3350768110"/>
                    </a:ext>
                  </a:extLst>
                </a:gridCol>
              </a:tblGrid>
              <a:tr h="321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Total Revenue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Count of Quantity Purchased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02703"/>
                  </a:ext>
                </a:extLst>
              </a:tr>
              <a:tr h="321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5844566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452"/>
                  </a:ext>
                </a:extLst>
              </a:tr>
              <a:tr h="3292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51966838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62853"/>
                  </a:ext>
                </a:extLst>
              </a:tr>
              <a:tr h="321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3756479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811242"/>
                  </a:ext>
                </a:extLst>
              </a:tr>
              <a:tr h="321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(blank)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446375"/>
                  </a:ext>
                </a:extLst>
              </a:tr>
              <a:tr h="321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61567883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23895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1287F4-1853-8449-9247-0A61E09F1629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584600601"/>
              </p:ext>
            </p:extLst>
          </p:nvPr>
        </p:nvGraphicFramePr>
        <p:xfrm>
          <a:off x="5419344" y="1958022"/>
          <a:ext cx="5181600" cy="4186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CA346B-E55D-B4AC-FBFD-33EC322FC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264775"/>
              </p:ext>
            </p:extLst>
          </p:nvPr>
        </p:nvGraphicFramePr>
        <p:xfrm>
          <a:off x="1938528" y="548640"/>
          <a:ext cx="7973568" cy="1142047"/>
        </p:xfrm>
        <a:graphic>
          <a:graphicData uri="http://schemas.openxmlformats.org/drawingml/2006/table">
            <a:tbl>
              <a:tblPr/>
              <a:tblGrid>
                <a:gridCol w="7973568">
                  <a:extLst>
                    <a:ext uri="{9D8B030D-6E8A-4147-A177-3AD203B41FA5}">
                      <a16:colId xmlns:a16="http://schemas.microsoft.com/office/drawing/2014/main" val="2014242500"/>
                    </a:ext>
                  </a:extLst>
                </a:gridCol>
              </a:tblGrid>
              <a:tr h="11420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1" i="1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REVENUE BY GENDER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823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15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6244C0-5864-B7B3-BA50-E47433AC1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264052"/>
              </p:ext>
            </p:extLst>
          </p:nvPr>
        </p:nvGraphicFramePr>
        <p:xfrm>
          <a:off x="323088" y="1993392"/>
          <a:ext cx="4319016" cy="2298220"/>
        </p:xfrm>
        <a:graphic>
          <a:graphicData uri="http://schemas.openxmlformats.org/drawingml/2006/table">
            <a:tbl>
              <a:tblPr/>
              <a:tblGrid>
                <a:gridCol w="1072655">
                  <a:extLst>
                    <a:ext uri="{9D8B030D-6E8A-4147-A177-3AD203B41FA5}">
                      <a16:colId xmlns:a16="http://schemas.microsoft.com/office/drawing/2014/main" val="3379871045"/>
                    </a:ext>
                  </a:extLst>
                </a:gridCol>
                <a:gridCol w="1429156">
                  <a:extLst>
                    <a:ext uri="{9D8B030D-6E8A-4147-A177-3AD203B41FA5}">
                      <a16:colId xmlns:a16="http://schemas.microsoft.com/office/drawing/2014/main" val="708453058"/>
                    </a:ext>
                  </a:extLst>
                </a:gridCol>
                <a:gridCol w="1817205">
                  <a:extLst>
                    <a:ext uri="{9D8B030D-6E8A-4147-A177-3AD203B41FA5}">
                      <a16:colId xmlns:a16="http://schemas.microsoft.com/office/drawing/2014/main" val="1105675772"/>
                    </a:ext>
                  </a:extLst>
                </a:gridCol>
              </a:tblGrid>
              <a:tr h="3447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Total Revenue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Count of Quantity Purchased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619219"/>
                  </a:ext>
                </a:extLst>
              </a:tr>
              <a:tr h="217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19-28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9137780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734782"/>
                  </a:ext>
                </a:extLst>
              </a:tr>
              <a:tr h="217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29-38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10001885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191911"/>
                  </a:ext>
                </a:extLst>
              </a:tr>
              <a:tr h="217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39-48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9714535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196109"/>
                  </a:ext>
                </a:extLst>
              </a:tr>
              <a:tr h="217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49-58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9374846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295366"/>
                  </a:ext>
                </a:extLst>
              </a:tr>
              <a:tr h="217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59-68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9706694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5735"/>
                  </a:ext>
                </a:extLst>
              </a:tr>
              <a:tr h="217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69-78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9995037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583388"/>
                  </a:ext>
                </a:extLst>
              </a:tr>
              <a:tr h="217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79-88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3637106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534213"/>
                  </a:ext>
                </a:extLst>
              </a:tr>
              <a:tr h="217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119-128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918808"/>
                  </a:ext>
                </a:extLst>
              </a:tr>
              <a:tr h="217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61567883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924367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A464BC9-AC99-0745-19EC-C882413676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6616452"/>
              </p:ext>
            </p:extLst>
          </p:nvPr>
        </p:nvGraphicFramePr>
        <p:xfrm>
          <a:off x="4642104" y="1664208"/>
          <a:ext cx="6163056" cy="4609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26B7FE-019A-2051-3C69-EDA84EC89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69986"/>
              </p:ext>
            </p:extLst>
          </p:nvPr>
        </p:nvGraphicFramePr>
        <p:xfrm>
          <a:off x="3383280" y="602552"/>
          <a:ext cx="5065776" cy="714185"/>
        </p:xfrm>
        <a:graphic>
          <a:graphicData uri="http://schemas.openxmlformats.org/drawingml/2006/table">
            <a:tbl>
              <a:tblPr/>
              <a:tblGrid>
                <a:gridCol w="5065776">
                  <a:extLst>
                    <a:ext uri="{9D8B030D-6E8A-4147-A177-3AD203B41FA5}">
                      <a16:colId xmlns:a16="http://schemas.microsoft.com/office/drawing/2014/main" val="4225364851"/>
                    </a:ext>
                  </a:extLst>
                </a:gridCol>
              </a:tblGrid>
              <a:tr h="714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1" i="1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Revenue By 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210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37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B7A8EF-FF30-15EC-14B8-59415BB6C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185799"/>
              </p:ext>
            </p:extLst>
          </p:nvPr>
        </p:nvGraphicFramePr>
        <p:xfrm>
          <a:off x="701040" y="1005831"/>
          <a:ext cx="5394960" cy="5504697"/>
        </p:xfrm>
        <a:graphic>
          <a:graphicData uri="http://schemas.openxmlformats.org/drawingml/2006/table">
            <a:tbl>
              <a:tblPr/>
              <a:tblGrid>
                <a:gridCol w="1558442">
                  <a:extLst>
                    <a:ext uri="{9D8B030D-6E8A-4147-A177-3AD203B41FA5}">
                      <a16:colId xmlns:a16="http://schemas.microsoft.com/office/drawing/2014/main" val="3527898212"/>
                    </a:ext>
                  </a:extLst>
                </a:gridCol>
                <a:gridCol w="1760123">
                  <a:extLst>
                    <a:ext uri="{9D8B030D-6E8A-4147-A177-3AD203B41FA5}">
                      <a16:colId xmlns:a16="http://schemas.microsoft.com/office/drawing/2014/main" val="2631856662"/>
                    </a:ext>
                  </a:extLst>
                </a:gridCol>
                <a:gridCol w="2076395">
                  <a:extLst>
                    <a:ext uri="{9D8B030D-6E8A-4147-A177-3AD203B41FA5}">
                      <a16:colId xmlns:a16="http://schemas.microsoft.com/office/drawing/2014/main" val="195683018"/>
                    </a:ext>
                  </a:extLst>
                </a:gridCol>
              </a:tblGrid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Count of Unit Price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Total Revenue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738336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19-28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1809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9137780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236689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1545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7847118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285129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796050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186181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494612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534385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29-38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1873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10001885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047028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1596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8557907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681851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156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731754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08699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121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712224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79727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39-48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1927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9714535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60627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1645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8290287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313363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166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827185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523735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597063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825197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49-58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9374846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206990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1611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7847720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203974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1003686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654245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523440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171168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59-68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1862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9706694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61430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8050313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881673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185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1099279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795782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557102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88312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69-78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1902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9995037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006517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1606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8403296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317361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184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950303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796804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112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641438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902502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79-88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699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3637106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331395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577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2970197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79809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436309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2414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230600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691988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119-128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236609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(blank)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093849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12000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61567883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906356"/>
                  </a:ext>
                </a:extLst>
              </a:tr>
              <a:tr h="166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756" marR="7756" marT="77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3464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0A241F5-A1EB-CDCF-6FA1-CCFCEAFF5D0E}"/>
              </a:ext>
            </a:extLst>
          </p:cNvPr>
          <p:cNvSpPr txBox="1"/>
          <p:nvPr/>
        </p:nvSpPr>
        <p:spPr>
          <a:xfrm>
            <a:off x="3163824" y="85862"/>
            <a:ext cx="5193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i="1">
                <a:solidFill>
                  <a:srgbClr val="7030A0"/>
                </a:solidFill>
              </a:rPr>
              <a:t>Revenue By Gender and 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0B0728-9C57-48AA-55AD-E703A4D7B52F}"/>
              </a:ext>
            </a:extLst>
          </p:cNvPr>
          <p:cNvSpPr/>
          <p:nvPr/>
        </p:nvSpPr>
        <p:spPr>
          <a:xfrm>
            <a:off x="6555295" y="1005831"/>
            <a:ext cx="2419350" cy="969264"/>
          </a:xfrm>
          <a:prstGeom prst="rect">
            <a:avLst/>
          </a:prstGeom>
          <a:solidFill>
            <a:srgbClr val="46BDC6">
              <a:lumMod val="20000"/>
              <a:lumOff val="80000"/>
            </a:srgbClr>
          </a:solidFill>
          <a:ln w="12700" cap="flat" cmpd="sng" algn="ctr">
            <a:solidFill>
              <a:srgbClr val="4285F4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D6A3F-142B-4E64-BEED-2E3745BAF5FA}" type="TxLink">
              <a:rPr kumimoji="0" lang="en-US" sz="20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Male</a:t>
            </a:fld>
            <a:endParaRPr kumimoji="0" lang="en-IN" sz="20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18B00-3031-4370-9D9C-57F863E2441C}"/>
              </a:ext>
            </a:extLst>
          </p:cNvPr>
          <p:cNvSpPr/>
          <p:nvPr/>
        </p:nvSpPr>
        <p:spPr>
          <a:xfrm>
            <a:off x="6555295" y="1779832"/>
            <a:ext cx="2419350" cy="390525"/>
          </a:xfrm>
          <a:prstGeom prst="rect">
            <a:avLst/>
          </a:prstGeom>
          <a:solidFill>
            <a:srgbClr val="46BDC6">
              <a:lumMod val="20000"/>
              <a:lumOff val="80000"/>
            </a:srgbClr>
          </a:solidFill>
          <a:ln w="12700" cap="flat" cmpd="sng" algn="ctr">
            <a:solidFill>
              <a:srgbClr val="4285F4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10CE8-D66E-42A2-8F35-C409C1F53D67}" type="TxLink"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₹ 5,19,66,838</a:t>
            </a:fld>
            <a:endParaRPr kumimoji="0" lang="en-I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F254D8-C6BF-AB26-D9AC-07A8CA049B70}"/>
              </a:ext>
            </a:extLst>
          </p:cNvPr>
          <p:cNvSpPr/>
          <p:nvPr/>
        </p:nvSpPr>
        <p:spPr>
          <a:xfrm>
            <a:off x="6555295" y="2598481"/>
            <a:ext cx="2550604" cy="1218057"/>
          </a:xfrm>
          <a:prstGeom prst="rect">
            <a:avLst/>
          </a:prstGeom>
          <a:solidFill>
            <a:srgbClr val="EA4335">
              <a:lumMod val="20000"/>
              <a:lumOff val="80000"/>
            </a:srgbClr>
          </a:solidFill>
          <a:ln w="12700" cap="flat" cmpd="sng" algn="ctr">
            <a:solidFill>
              <a:srgbClr val="4285F4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541F1-E219-4F65-8BA2-5E25EB45A203}" type="TxLink">
              <a:rPr kumimoji="0" lang="en-US" sz="20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Female</a:t>
            </a:fld>
            <a:endParaRPr kumimoji="0" lang="en-IN" sz="20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AE2984-910F-4585-82E5-0663E29F639D}"/>
              </a:ext>
            </a:extLst>
          </p:cNvPr>
          <p:cNvSpPr/>
          <p:nvPr/>
        </p:nvSpPr>
        <p:spPr>
          <a:xfrm>
            <a:off x="6555295" y="3429000"/>
            <a:ext cx="2541078" cy="419100"/>
          </a:xfrm>
          <a:prstGeom prst="rect">
            <a:avLst/>
          </a:prstGeom>
          <a:solidFill>
            <a:srgbClr val="EA4335">
              <a:lumMod val="20000"/>
              <a:lumOff val="80000"/>
            </a:srgbClr>
          </a:solidFill>
          <a:ln w="12700" cap="flat" cmpd="sng" algn="ctr">
            <a:solidFill>
              <a:srgbClr val="4285F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DC0E20-8150-43E0-B0A1-AAFC7DE5145A}" type="TxLink"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₹ 58,44,566</a:t>
            </a:fld>
            <a:endParaRPr kumimoji="0" lang="en-I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F254D8-C6BF-AB26-D9AC-07A8CA049B70}"/>
              </a:ext>
            </a:extLst>
          </p:cNvPr>
          <p:cNvSpPr/>
          <p:nvPr/>
        </p:nvSpPr>
        <p:spPr>
          <a:xfrm>
            <a:off x="6555294" y="4394205"/>
            <a:ext cx="2550603" cy="1201924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4285F4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541F1-E219-4F65-8BA2-5E25EB45A203}" type="TxLink">
              <a:rPr kumimoji="0" lang="en-US" sz="20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Other</a:t>
            </a:fld>
            <a:endParaRPr kumimoji="0" lang="en-IN" sz="20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AE2984-910F-4585-82E5-0663E29F639D}"/>
              </a:ext>
            </a:extLst>
          </p:cNvPr>
          <p:cNvSpPr/>
          <p:nvPr/>
        </p:nvSpPr>
        <p:spPr>
          <a:xfrm>
            <a:off x="6555295" y="5177029"/>
            <a:ext cx="2550603" cy="419100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4285F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DC0E20-8150-43E0-B0A1-AAFC7DE5145A}" type="TxLink"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₹ 37,56,479</a:t>
            </a:fld>
            <a:endParaRPr kumimoji="0" lang="en-I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2895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57D302-2BF5-EBEF-ECE0-0DC08D03F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99116"/>
              </p:ext>
            </p:extLst>
          </p:nvPr>
        </p:nvGraphicFramePr>
        <p:xfrm>
          <a:off x="6958125" y="1338829"/>
          <a:ext cx="2451100" cy="1228725"/>
        </p:xfrm>
        <a:graphic>
          <a:graphicData uri="http://schemas.openxmlformats.org/drawingml/2006/table">
            <a:tbl>
              <a:tblPr/>
              <a:tblGrid>
                <a:gridCol w="1016541">
                  <a:extLst>
                    <a:ext uri="{9D8B030D-6E8A-4147-A177-3AD203B41FA5}">
                      <a16:colId xmlns:a16="http://schemas.microsoft.com/office/drawing/2014/main" val="496469664"/>
                    </a:ext>
                  </a:extLst>
                </a:gridCol>
                <a:gridCol w="1434559">
                  <a:extLst>
                    <a:ext uri="{9D8B030D-6E8A-4147-A177-3AD203B41FA5}">
                      <a16:colId xmlns:a16="http://schemas.microsoft.com/office/drawing/2014/main" val="278252858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Total Revenue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7050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Travis Doyle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23.06%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18844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seph Hill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22.34%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2821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April Watkins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19.93%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85206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Susan Dean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18.37%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811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Sara Robertson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16.31%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43606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875580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D927DA0-DCAA-584F-1926-7978A3D50E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8815607"/>
              </p:ext>
            </p:extLst>
          </p:nvPr>
        </p:nvGraphicFramePr>
        <p:xfrm>
          <a:off x="6248400" y="37265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31AB90-9969-8139-36E5-F8DE3BCC64ED}"/>
              </a:ext>
            </a:extLst>
          </p:cNvPr>
          <p:cNvSpPr txBox="1"/>
          <p:nvPr/>
        </p:nvSpPr>
        <p:spPr>
          <a:xfrm>
            <a:off x="5290457" y="236115"/>
            <a:ext cx="611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>
                <a:solidFill>
                  <a:srgbClr val="7030A0"/>
                </a:solidFill>
              </a:rPr>
              <a:t>Top 5 Revenue Contributors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D1268B-F6D6-BF7C-594D-0AE3172F2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37296"/>
              </p:ext>
            </p:extLst>
          </p:nvPr>
        </p:nvGraphicFramePr>
        <p:xfrm>
          <a:off x="807357" y="1548378"/>
          <a:ext cx="4483100" cy="817451"/>
        </p:xfrm>
        <a:graphic>
          <a:graphicData uri="http://schemas.openxmlformats.org/drawingml/2006/table">
            <a:tbl>
              <a:tblPr/>
              <a:tblGrid>
                <a:gridCol w="1078736">
                  <a:extLst>
                    <a:ext uri="{9D8B030D-6E8A-4147-A177-3AD203B41FA5}">
                      <a16:colId xmlns:a16="http://schemas.microsoft.com/office/drawing/2014/main" val="2739551617"/>
                    </a:ext>
                  </a:extLst>
                </a:gridCol>
                <a:gridCol w="1437257">
                  <a:extLst>
                    <a:ext uri="{9D8B030D-6E8A-4147-A177-3AD203B41FA5}">
                      <a16:colId xmlns:a16="http://schemas.microsoft.com/office/drawing/2014/main" val="142368537"/>
                    </a:ext>
                  </a:extLst>
                </a:gridCol>
                <a:gridCol w="1002590">
                  <a:extLst>
                    <a:ext uri="{9D8B030D-6E8A-4147-A177-3AD203B41FA5}">
                      <a16:colId xmlns:a16="http://schemas.microsoft.com/office/drawing/2014/main" val="1909814616"/>
                    </a:ext>
                  </a:extLst>
                </a:gridCol>
                <a:gridCol w="964517">
                  <a:extLst>
                    <a:ext uri="{9D8B030D-6E8A-4147-A177-3AD203B41FA5}">
                      <a16:colId xmlns:a16="http://schemas.microsoft.com/office/drawing/2014/main" val="3658005099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Total Revenue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Profit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Profit%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54361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Travis Doyle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 1,08,80,651.00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 47,77,896.00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62344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seph Hill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 1,05,39,847.00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 46,29,281.00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02905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April Watkins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 94,02,955.00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 39,87,214.00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42.40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023958"/>
                  </a:ext>
                </a:extLst>
              </a:tr>
              <a:tr h="1697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 3,08,23,453.00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 1,33,94,391.00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992779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D9B07DF-A68B-929E-193A-682E59B7DC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0676342"/>
              </p:ext>
            </p:extLst>
          </p:nvPr>
        </p:nvGraphicFramePr>
        <p:xfrm>
          <a:off x="950686" y="3429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29360DA-6053-608D-4851-226A227F1F02}"/>
              </a:ext>
            </a:extLst>
          </p:cNvPr>
          <p:cNvSpPr txBox="1"/>
          <p:nvPr/>
        </p:nvSpPr>
        <p:spPr>
          <a:xfrm>
            <a:off x="181429" y="264252"/>
            <a:ext cx="611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>
                <a:solidFill>
                  <a:srgbClr val="7030A0"/>
                </a:solidFill>
              </a:rPr>
              <a:t>Top 3 Sales Representatives</a:t>
            </a:r>
          </a:p>
        </p:txBody>
      </p:sp>
    </p:spTree>
    <p:extLst>
      <p:ext uri="{BB962C8B-B14F-4D97-AF65-F5344CB8AC3E}">
        <p14:creationId xmlns:p14="http://schemas.microsoft.com/office/powerpoint/2010/main" val="147999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EB394A-ED0E-167A-1854-13AC2E921659}"/>
              </a:ext>
            </a:extLst>
          </p:cNvPr>
          <p:cNvSpPr txBox="1"/>
          <p:nvPr/>
        </p:nvSpPr>
        <p:spPr>
          <a:xfrm>
            <a:off x="6461760" y="3012928"/>
            <a:ext cx="6108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1" u="none" strike="noStrike" kern="1200" cap="none" spc="0" normalizeH="0" baseline="0" noProof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Strong market in Antonio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53222-6DF0-4F43-5F37-9294426C3B78}"/>
              </a:ext>
            </a:extLst>
          </p:cNvPr>
          <p:cNvSpPr txBox="1"/>
          <p:nvPr/>
        </p:nvSpPr>
        <p:spPr>
          <a:xfrm>
            <a:off x="6461760" y="3362667"/>
            <a:ext cx="6108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Cost issue in </a:t>
            </a:r>
            <a:r>
              <a:rPr kumimoji="0" lang="en-US" sz="2000" b="1" i="1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Hous</a:t>
            </a: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Angeles</a:t>
            </a:r>
            <a:endParaRPr kumimoji="0" lang="en-IN" sz="2000" b="1" i="1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4542977-5047-4087-2697-235530771A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0531236"/>
              </p:ext>
            </p:extLst>
          </p:nvPr>
        </p:nvGraphicFramePr>
        <p:xfrm>
          <a:off x="294480" y="4036083"/>
          <a:ext cx="7534276" cy="229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DF9299A-22DE-3C05-72B8-954C3DB73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30504"/>
              </p:ext>
            </p:extLst>
          </p:nvPr>
        </p:nvGraphicFramePr>
        <p:xfrm>
          <a:off x="585216" y="784048"/>
          <a:ext cx="6192361" cy="2028825"/>
        </p:xfrm>
        <a:graphic>
          <a:graphicData uri="http://schemas.openxmlformats.org/drawingml/2006/table">
            <a:tbl>
              <a:tblPr/>
              <a:tblGrid>
                <a:gridCol w="1099105">
                  <a:extLst>
                    <a:ext uri="{9D8B030D-6E8A-4147-A177-3AD203B41FA5}">
                      <a16:colId xmlns:a16="http://schemas.microsoft.com/office/drawing/2014/main" val="2939649264"/>
                    </a:ext>
                  </a:extLst>
                </a:gridCol>
                <a:gridCol w="1827860">
                  <a:extLst>
                    <a:ext uri="{9D8B030D-6E8A-4147-A177-3AD203B41FA5}">
                      <a16:colId xmlns:a16="http://schemas.microsoft.com/office/drawing/2014/main" val="3285476565"/>
                    </a:ext>
                  </a:extLst>
                </a:gridCol>
                <a:gridCol w="863156">
                  <a:extLst>
                    <a:ext uri="{9D8B030D-6E8A-4147-A177-3AD203B41FA5}">
                      <a16:colId xmlns:a16="http://schemas.microsoft.com/office/drawing/2014/main" val="1976821052"/>
                    </a:ext>
                  </a:extLst>
                </a:gridCol>
                <a:gridCol w="1437536">
                  <a:extLst>
                    <a:ext uri="{9D8B030D-6E8A-4147-A177-3AD203B41FA5}">
                      <a16:colId xmlns:a16="http://schemas.microsoft.com/office/drawing/2014/main" val="1032737498"/>
                    </a:ext>
                  </a:extLst>
                </a:gridCol>
                <a:gridCol w="964704">
                  <a:extLst>
                    <a:ext uri="{9D8B030D-6E8A-4147-A177-3AD203B41FA5}">
                      <a16:colId xmlns:a16="http://schemas.microsoft.com/office/drawing/2014/main" val="4195185945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Count of Quantity Purchased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Profit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Total Revenue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Profit%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5376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Antonio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3365775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7343282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0937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Diego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2647105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6036613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7255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Chicago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2377512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5666565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8066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Dallas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2715580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6128566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5179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Hous Angeles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2546501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6179951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28332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Los Angeles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2702399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6066717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9143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New York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2476447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5776850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94767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Philadelphia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2753075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6315796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7379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Phoenix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2406959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5710119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3358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(blank)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2793480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6343424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98807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26784833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61567883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32878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26ADB41-43C1-F35C-DA86-5AF2AB8F6640}"/>
              </a:ext>
            </a:extLst>
          </p:cNvPr>
          <p:cNvSpPr txBox="1"/>
          <p:nvPr/>
        </p:nvSpPr>
        <p:spPr>
          <a:xfrm>
            <a:off x="2159508" y="1064"/>
            <a:ext cx="7356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1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KPI Table(Revenue By Location)</a:t>
            </a:r>
          </a:p>
        </p:txBody>
      </p:sp>
    </p:spTree>
    <p:extLst>
      <p:ext uri="{BB962C8B-B14F-4D97-AF65-F5344CB8AC3E}">
        <p14:creationId xmlns:p14="http://schemas.microsoft.com/office/powerpoint/2010/main" val="195970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27487D-BC26-3050-2B54-2E03394B1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600663"/>
              </p:ext>
            </p:extLst>
          </p:nvPr>
        </p:nvGraphicFramePr>
        <p:xfrm>
          <a:off x="921004" y="1443038"/>
          <a:ext cx="2413000" cy="1228725"/>
        </p:xfrm>
        <a:graphic>
          <a:graphicData uri="http://schemas.openxmlformats.org/drawingml/2006/table">
            <a:tbl>
              <a:tblPr/>
              <a:tblGrid>
                <a:gridCol w="976615">
                  <a:extLst>
                    <a:ext uri="{9D8B030D-6E8A-4147-A177-3AD203B41FA5}">
                      <a16:colId xmlns:a16="http://schemas.microsoft.com/office/drawing/2014/main" val="2395417537"/>
                    </a:ext>
                  </a:extLst>
                </a:gridCol>
                <a:gridCol w="1436385">
                  <a:extLst>
                    <a:ext uri="{9D8B030D-6E8A-4147-A177-3AD203B41FA5}">
                      <a16:colId xmlns:a16="http://schemas.microsoft.com/office/drawing/2014/main" val="3879809164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Total Revenue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7928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 Card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15620114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69238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Mobile Payment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15461629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69577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 Card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15248942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41144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15237198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9476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(blank)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11181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61567883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591549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1B36334-B5D5-A6EC-40BE-58BE729E3F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6412277"/>
              </p:ext>
            </p:extLst>
          </p:nvPr>
        </p:nvGraphicFramePr>
        <p:xfrm>
          <a:off x="225552" y="3429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678A3F4-A3CD-1C58-BA07-F3DF663CC475}"/>
              </a:ext>
            </a:extLst>
          </p:cNvPr>
          <p:cNvSpPr txBox="1"/>
          <p:nvPr/>
        </p:nvSpPr>
        <p:spPr>
          <a:xfrm>
            <a:off x="3334004" y="101025"/>
            <a:ext cx="6651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>
                <a:solidFill>
                  <a:srgbClr val="7030A0"/>
                </a:solidFill>
              </a:rPr>
              <a:t>Payment Method Analysis</a:t>
            </a:r>
            <a:endParaRPr lang="en-IN" sz="3200" b="1" i="1">
              <a:solidFill>
                <a:srgbClr val="7030A0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5CD66E2-477A-D052-BCBF-B1DE24A30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444644"/>
              </p:ext>
            </p:extLst>
          </p:nvPr>
        </p:nvGraphicFramePr>
        <p:xfrm>
          <a:off x="5018531" y="807444"/>
          <a:ext cx="4368801" cy="3171825"/>
        </p:xfrm>
        <a:graphic>
          <a:graphicData uri="http://schemas.openxmlformats.org/drawingml/2006/table">
            <a:tbl>
              <a:tblPr/>
              <a:tblGrid>
                <a:gridCol w="1269078">
                  <a:extLst>
                    <a:ext uri="{9D8B030D-6E8A-4147-A177-3AD203B41FA5}">
                      <a16:colId xmlns:a16="http://schemas.microsoft.com/office/drawing/2014/main" val="879643851"/>
                    </a:ext>
                  </a:extLst>
                </a:gridCol>
                <a:gridCol w="1437231">
                  <a:extLst>
                    <a:ext uri="{9D8B030D-6E8A-4147-A177-3AD203B41FA5}">
                      <a16:colId xmlns:a16="http://schemas.microsoft.com/office/drawing/2014/main" val="1780265272"/>
                    </a:ext>
                  </a:extLst>
                </a:gridCol>
                <a:gridCol w="1662492">
                  <a:extLst>
                    <a:ext uri="{9D8B030D-6E8A-4147-A177-3AD203B41FA5}">
                      <a16:colId xmlns:a16="http://schemas.microsoft.com/office/drawing/2014/main" val="3731004063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Row Labels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Total Revenue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Count of Payment Method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13847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5844566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7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1420647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88233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 Card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1454448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66454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 Card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1523141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96841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Mobile Payment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1446330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302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21946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51966838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66122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12870012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77279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 Card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12883020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91187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 Card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13129602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82428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Mobile Payment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13084204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2555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64726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3756479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15389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946539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722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 Card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911474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8921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 Card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967371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191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1822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Mobile Payment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931095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56372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(blank)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43962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(blank)</a:t>
                      </a:r>
                    </a:p>
                  </a:txBody>
                  <a:tcPr marL="114300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90753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61567883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967541"/>
                  </a:ext>
                </a:extLst>
              </a:tr>
            </a:tbl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E4000390-5E20-B341-8CC3-84F2C0AFC9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3775350"/>
              </p:ext>
            </p:extLst>
          </p:nvPr>
        </p:nvGraphicFramePr>
        <p:xfrm>
          <a:off x="5108450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58535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oney with solid fill">
            <a:extLst>
              <a:ext uri="{FF2B5EF4-FFF2-40B4-BE49-F238E27FC236}">
                <a16:creationId xmlns:a16="http://schemas.microsoft.com/office/drawing/2014/main" id="{CBB9C96E-C990-E155-37BA-D57FBED94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3908" y="56040"/>
            <a:ext cx="4535424" cy="2523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3F7962-5F89-3F4B-A7B7-3CA50CFD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64" y="1188720"/>
            <a:ext cx="3699511" cy="8520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998AB3-6BEF-8F1B-9615-A01C141D6B44}"/>
              </a:ext>
            </a:extLst>
          </p:cNvPr>
          <p:cNvSpPr txBox="1"/>
          <p:nvPr/>
        </p:nvSpPr>
        <p:spPr>
          <a:xfrm>
            <a:off x="-752477" y="1517571"/>
            <a:ext cx="6108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79F4F52-FEB4-4B9A-A17A-0AF784F39FB2}" type="TxLink"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algn="ctr"/>
              <a:t>₹ 6,15,67,883</a:t>
            </a:fld>
            <a:endParaRPr lang="en-IN" sz="2800"/>
          </a:p>
        </p:txBody>
      </p:sp>
      <p:pic>
        <p:nvPicPr>
          <p:cNvPr id="8" name="Picture 2" descr="Money with solid fill">
            <a:extLst>
              <a:ext uri="{FF2B5EF4-FFF2-40B4-BE49-F238E27FC236}">
                <a16:creationId xmlns:a16="http://schemas.microsoft.com/office/drawing/2014/main" id="{2019455C-CFED-B8F1-C90F-85D564E6C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791452" y="56040"/>
            <a:ext cx="4689541" cy="2523744"/>
          </a:xfrm>
          <a:prstGeom prst="rect">
            <a:avLst/>
          </a:prstGeom>
        </p:spPr>
      </p:pic>
      <p:pic>
        <p:nvPicPr>
          <p:cNvPr id="9" name="Picture 2" descr="Money with solid fill">
            <a:extLst>
              <a:ext uri="{FF2B5EF4-FFF2-40B4-BE49-F238E27FC236}">
                <a16:creationId xmlns:a16="http://schemas.microsoft.com/office/drawing/2014/main" id="{17D33E71-E3B8-3D5C-9D28-57375C170A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45570" y="1791451"/>
            <a:ext cx="4535424" cy="2093976"/>
          </a:xfrm>
          <a:prstGeom prst="rect">
            <a:avLst/>
          </a:prstGeom>
        </p:spPr>
      </p:pic>
      <p:pic>
        <p:nvPicPr>
          <p:cNvPr id="10" name="Picture 2" descr="Money with solid fill">
            <a:extLst>
              <a:ext uri="{FF2B5EF4-FFF2-40B4-BE49-F238E27FC236}">
                <a16:creationId xmlns:a16="http://schemas.microsoft.com/office/drawing/2014/main" id="{5F75177C-B008-58BF-4AE3-083D3F1156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3205" y="3904155"/>
            <a:ext cx="4535424" cy="2093976"/>
          </a:xfrm>
          <a:prstGeom prst="rect">
            <a:avLst/>
          </a:prstGeom>
        </p:spPr>
      </p:pic>
      <p:pic>
        <p:nvPicPr>
          <p:cNvPr id="11" name="Picture 2" descr="Money with solid fill">
            <a:extLst>
              <a:ext uri="{FF2B5EF4-FFF2-40B4-BE49-F238E27FC236}">
                <a16:creationId xmlns:a16="http://schemas.microsoft.com/office/drawing/2014/main" id="{0D4BEEBB-F39D-07F2-C43E-B4F1D356F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7057" y="1947339"/>
            <a:ext cx="4535424" cy="20939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E704386-CF68-77A2-5956-FE683BB3D159}"/>
              </a:ext>
            </a:extLst>
          </p:cNvPr>
          <p:cNvSpPr/>
          <p:nvPr/>
        </p:nvSpPr>
        <p:spPr>
          <a:xfrm>
            <a:off x="5212080" y="1188720"/>
            <a:ext cx="3752941" cy="789524"/>
          </a:xfrm>
          <a:prstGeom prst="rect">
            <a:avLst/>
          </a:prstGeom>
          <a:solidFill>
            <a:srgbClr val="EA4335">
              <a:lumMod val="20000"/>
              <a:lumOff val="80000"/>
            </a:srgbClr>
          </a:solidFill>
          <a:ln w="12700" cap="flat" cmpd="sng" algn="ctr">
            <a:solidFill>
              <a:srgbClr val="4285F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E55026-32F3-4C44-A431-AB45DCEA6A1A}" type="TxLink">
              <a:rPr kumimoji="0" lang="en-US" sz="2000" b="1" i="1" u="none" strike="noStrike" kern="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Total Profit</a:t>
            </a:fld>
            <a:endParaRPr kumimoji="0" lang="en-IN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3C07AA-1CCC-30E0-8216-FF075C5B2BA9}"/>
              </a:ext>
            </a:extLst>
          </p:cNvPr>
          <p:cNvSpPr txBox="1"/>
          <p:nvPr/>
        </p:nvSpPr>
        <p:spPr>
          <a:xfrm>
            <a:off x="6095046" y="1485674"/>
            <a:ext cx="64830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2E19967-6450-4522-A66E-751D10F50AE6}" type="TxLink"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₹ 2,67,84,833</a:t>
            </a:fld>
            <a:endParaRPr lang="en-IN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B6A99E-0519-4E90-FCDB-AD3E644F788A}"/>
              </a:ext>
            </a:extLst>
          </p:cNvPr>
          <p:cNvSpPr/>
          <p:nvPr/>
        </p:nvSpPr>
        <p:spPr>
          <a:xfrm>
            <a:off x="451865" y="2908635"/>
            <a:ext cx="3699510" cy="666669"/>
          </a:xfrm>
          <a:prstGeom prst="rect">
            <a:avLst/>
          </a:prstGeom>
          <a:solidFill>
            <a:srgbClr val="EA4335">
              <a:lumMod val="20000"/>
              <a:lumOff val="80000"/>
            </a:srgbClr>
          </a:solidFill>
          <a:ln w="12700" cap="flat" cmpd="sng" algn="ctr">
            <a:solidFill>
              <a:srgbClr val="4285F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0F6B54-AF6E-4C68-BA86-A767441DD241}" type="TxLink">
              <a:rPr kumimoji="0" lang="en-US" sz="2000" b="1" i="1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Avg Profit %</a:t>
            </a:fld>
            <a:endParaRPr kumimoji="0" lang="en-IN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83289C-0179-FEC3-F691-70248A759E25}"/>
              </a:ext>
            </a:extLst>
          </p:cNvPr>
          <p:cNvSpPr txBox="1"/>
          <p:nvPr/>
        </p:nvSpPr>
        <p:spPr>
          <a:xfrm>
            <a:off x="1518096" y="3146268"/>
            <a:ext cx="6665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6782AD54-1FE5-436E-B7D9-9E5F99A56954}" type="TxLink"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pPr/>
              <a:t>43.50%</a:t>
            </a:fld>
            <a:endParaRPr lang="en-IN"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32F5B9-F49D-7A51-05C2-28CAEC1A3E30}"/>
              </a:ext>
            </a:extLst>
          </p:cNvPr>
          <p:cNvSpPr/>
          <p:nvPr/>
        </p:nvSpPr>
        <p:spPr>
          <a:xfrm>
            <a:off x="5408629" y="2774441"/>
            <a:ext cx="3609306" cy="633437"/>
          </a:xfrm>
          <a:prstGeom prst="rect">
            <a:avLst/>
          </a:prstGeom>
          <a:solidFill>
            <a:srgbClr val="EA4335">
              <a:lumMod val="20000"/>
              <a:lumOff val="80000"/>
            </a:srgbClr>
          </a:solidFill>
          <a:ln w="12700" cap="flat" cmpd="sng" algn="ctr">
            <a:solidFill>
              <a:srgbClr val="4285F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3440C8-1EA8-4774-8E9E-4F91D8CA86F3}" type="TxLink">
              <a:rPr kumimoji="0" lang="en-US" sz="2000" b="1" i="1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Top Product</a:t>
            </a:fld>
            <a:endParaRPr kumimoji="0" lang="en-IN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1B5A44-0EC0-31BA-C5C7-5864AAC7F9A4}"/>
              </a:ext>
            </a:extLst>
          </p:cNvPr>
          <p:cNvSpPr txBox="1"/>
          <p:nvPr/>
        </p:nvSpPr>
        <p:spPr>
          <a:xfrm>
            <a:off x="6611065" y="2988458"/>
            <a:ext cx="6665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92F59BFD-F2D7-4643-A9EE-939BB001D482}" type="TxLink">
              <a:rPr kumimoji="0" lang="en-US" sz="28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Unibic</a:t>
            </a:fld>
            <a:endParaRPr lang="en-IN" sz="2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154545-D908-5B7A-08B4-1FB2021F0A2F}"/>
              </a:ext>
            </a:extLst>
          </p:cNvPr>
          <p:cNvSpPr txBox="1"/>
          <p:nvPr/>
        </p:nvSpPr>
        <p:spPr>
          <a:xfrm>
            <a:off x="4945570" y="4081872"/>
            <a:ext cx="7013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>
                <a:solidFill>
                  <a:schemeClr val="accent5">
                    <a:lumMod val="60000"/>
                    <a:lumOff val="40000"/>
                  </a:schemeClr>
                </a:solidFill>
              </a:rPr>
              <a:t>Timeline For Transaction Date</a:t>
            </a:r>
            <a:endParaRPr lang="en-IN" sz="2800" b="1" i="1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FB706908-2EF6-DE7F-211D-2D85982102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8629" y="4864991"/>
            <a:ext cx="3918251" cy="170040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9FA4F30-8D54-3605-79DA-9F61ED7F8FDC}"/>
              </a:ext>
            </a:extLst>
          </p:cNvPr>
          <p:cNvSpPr txBox="1"/>
          <p:nvPr/>
        </p:nvSpPr>
        <p:spPr>
          <a:xfrm>
            <a:off x="3730752" y="209156"/>
            <a:ext cx="2706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CARDS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FC8CEE-1011-4FEB-921A-E31A4319B6B6}"/>
              </a:ext>
            </a:extLst>
          </p:cNvPr>
          <p:cNvSpPr/>
          <p:nvPr/>
        </p:nvSpPr>
        <p:spPr>
          <a:xfrm>
            <a:off x="1316737" y="4860920"/>
            <a:ext cx="3628833" cy="646222"/>
          </a:xfrm>
          <a:prstGeom prst="rect">
            <a:avLst/>
          </a:prstGeom>
          <a:solidFill>
            <a:srgbClr val="EA4335">
              <a:lumMod val="20000"/>
              <a:lumOff val="80000"/>
            </a:srgbClr>
          </a:solidFill>
          <a:ln w="12700" cap="flat" cmpd="sng" algn="ctr">
            <a:solidFill>
              <a:srgbClr val="4285F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7E561D-8F37-40E6-849F-A55D47C33E31}" type="TxLink">
              <a:rPr kumimoji="0" lang="en-US" sz="2000" b="1" i="1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Top Buyer</a:t>
            </a:fld>
            <a:endParaRPr kumimoji="0" lang="en-IN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2BD690-F41D-4B8E-7750-F52E1D88924D}"/>
              </a:ext>
            </a:extLst>
          </p:cNvPr>
          <p:cNvSpPr txBox="1"/>
          <p:nvPr/>
        </p:nvSpPr>
        <p:spPr>
          <a:xfrm>
            <a:off x="2301619" y="5040001"/>
            <a:ext cx="7013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B928E61-F6E7-4D59-8125-F8DC7F32B443}" type="TxLink">
              <a:rPr kumimoji="0" lang="en-US" sz="2800" b="1" i="1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pPr/>
              <a:t>Michael</a:t>
            </a:fld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925896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563D7C-5F92-8E03-9DAF-33A67C4EA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3400" y="157162"/>
            <a:ext cx="8601456" cy="670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204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583</Words>
  <Application>Microsoft Office PowerPoint</Application>
  <PresentationFormat>Widescreen</PresentationFormat>
  <Paragraphs>394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Geetha p</dc:creator>
  <cp:lastModifiedBy>Geetha p</cp:lastModifiedBy>
  <cp:revision>1</cp:revision>
  <dcterms:created xsi:type="dcterms:W3CDTF">2026-04-03T12:38:20Z</dcterms:created>
  <dcterms:modified xsi:type="dcterms:W3CDTF">2026-04-11T09:26:31Z</dcterms:modified>
</cp:coreProperties>
</file>